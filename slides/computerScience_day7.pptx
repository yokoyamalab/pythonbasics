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316" r:id="rId4"/>
    <p:sldId id="317" r:id="rId5"/>
    <p:sldId id="312" r:id="rId6"/>
    <p:sldId id="314" r:id="rId7"/>
    <p:sldId id="306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04"/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8" autoAdjust="0"/>
    <p:restoredTop sz="94660"/>
  </p:normalViewPr>
  <p:slideViewPr>
    <p:cSldViewPr snapToGrid="0">
      <p:cViewPr varScale="1">
        <p:scale>
          <a:sx n="253" d="100"/>
          <a:sy n="253" d="100"/>
        </p:scale>
        <p:origin x="510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D8B2B-9B4A-54F4-1351-F3BEDC087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F7E0CE-EE19-EC1D-A9B8-A1970C403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4394F9-CEDD-D090-5815-499B94401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5DDD1F-F535-2D5F-6B98-BA01DDA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32086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3789143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複雑なデータ構造作成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辞書型データの検索・ソート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600" dirty="0"/>
                        <a:t>継承と差分プログラミング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前回成果のお披露目会と可視化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ノック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＜お休み＞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数値処理と可視化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機械学習の様々なアルゴリズム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機械学習・深層学習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ja-JP" altLang="en-US" sz="1600" dirty="0">
                          <a:solidFill>
                            <a:schemeClr val="accent1"/>
                          </a:solidFill>
                        </a:rPr>
                        <a:t>＋最終レポート出題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＜お休み＞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深層学習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6511F-53A8-396C-6862-814FA6BEE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A6E4985F-84D3-D7A0-592C-CBD4DE20A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8FF1D5-1A9A-5434-D395-7F717BD21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最終課題　データサイエンス演習</a:t>
            </a:r>
            <a:endParaRPr kumimoji="1" lang="ja-JP" altLang="en-US" sz="2400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6FC058-ADD1-6E62-5D13-97AFAED19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6F0C91-6E35-6487-68E0-EF73E7D42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84E3664-693C-6D9A-312E-B70646684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064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527F9A-E697-CB8C-B808-5485063DA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B0807257-1995-5A86-37D4-459A0766F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最終課題：データサイエンス演習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92343428-E599-A96E-80DB-14A7F046F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10169193" cy="4351338"/>
          </a:xfrm>
        </p:spPr>
        <p:txBody>
          <a:bodyPr>
            <a:normAutofit lnSpcReduction="10000"/>
          </a:bodyPr>
          <a:lstStyle/>
          <a:p>
            <a:r>
              <a:rPr lang="ja-JP" altLang="en-US" dirty="0"/>
              <a:t>期限：</a:t>
            </a:r>
            <a:r>
              <a:rPr lang="en-US" altLang="ja-JP" dirty="0"/>
              <a:t>6</a:t>
            </a:r>
            <a:r>
              <a:rPr lang="ja-JP" altLang="en-US" dirty="0"/>
              <a:t>月末日　</a:t>
            </a:r>
            <a:r>
              <a:rPr lang="en-US" altLang="ja-JP" dirty="0"/>
              <a:t>Classroom</a:t>
            </a:r>
            <a:r>
              <a:rPr lang="ja-JP" altLang="en-US" dirty="0"/>
              <a:t>経由で提出</a:t>
            </a:r>
            <a:endParaRPr lang="en-US" altLang="ja-JP" dirty="0"/>
          </a:p>
          <a:p>
            <a:r>
              <a:rPr lang="ja-JP" altLang="en-US" dirty="0"/>
              <a:t>実データに対して機械学習を使った上で結果を可視化する</a:t>
            </a:r>
          </a:p>
          <a:p>
            <a:pPr lvl="1"/>
            <a:r>
              <a:rPr lang="ja-JP" altLang="en-US" dirty="0"/>
              <a:t>実データは統計データでも身の回りのデータでも構いません</a:t>
            </a:r>
          </a:p>
          <a:p>
            <a:pPr lvl="1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でのデータは避けてください。</a:t>
            </a:r>
          </a:p>
          <a:p>
            <a:pPr lvl="1"/>
            <a:r>
              <a:rPr lang="ja-JP" altLang="en-US" dirty="0"/>
              <a:t>データをこねくり回すのではなく意味のある知見の発見をめざす</a:t>
            </a:r>
          </a:p>
          <a:p>
            <a:r>
              <a:rPr lang="ja-JP" altLang="en-US" dirty="0"/>
              <a:t>チェックリスト</a:t>
            </a:r>
          </a:p>
          <a:p>
            <a:pPr lvl="1">
              <a:buFont typeface="Wingdings" panose="05000000000000000000" pitchFamily="2" charset="2"/>
              <a:buChar char="p"/>
            </a:pPr>
            <a:r>
              <a:rPr lang="en-US" altLang="ja-JP" dirty="0"/>
              <a:t>NumPy</a:t>
            </a:r>
            <a:r>
              <a:rPr lang="ja-JP" altLang="en-US" dirty="0"/>
              <a:t>をつかう</a:t>
            </a:r>
            <a:r>
              <a:rPr lang="en-US" altLang="ja-JP" dirty="0"/>
              <a:t>(</a:t>
            </a:r>
            <a:r>
              <a:rPr lang="ja-JP" altLang="en-US" dirty="0"/>
              <a:t>必須</a:t>
            </a:r>
            <a:r>
              <a:rPr lang="en-US" altLang="ja-JP" dirty="0"/>
              <a:t>)</a:t>
            </a:r>
          </a:p>
          <a:p>
            <a:pPr lvl="1">
              <a:buFont typeface="Wingdings" panose="05000000000000000000" pitchFamily="2" charset="2"/>
              <a:buChar char="p"/>
            </a:pPr>
            <a:r>
              <a:rPr lang="en-US" altLang="ja-JP" dirty="0"/>
              <a:t>Pandas</a:t>
            </a:r>
            <a:r>
              <a:rPr lang="ja-JP" altLang="en-US" dirty="0"/>
              <a:t>をつかう</a:t>
            </a:r>
          </a:p>
          <a:p>
            <a:pPr lvl="1">
              <a:buFont typeface="Wingdings" panose="05000000000000000000" pitchFamily="2" charset="2"/>
              <a:buChar char="p"/>
            </a:pPr>
            <a:r>
              <a:rPr lang="en-US" altLang="ja-JP" dirty="0"/>
              <a:t>Matplotlib</a:t>
            </a:r>
            <a:r>
              <a:rPr lang="ja-JP" altLang="en-US" dirty="0"/>
              <a:t>あるいはそれより高度な可視化ライブラリを使う</a:t>
            </a:r>
            <a:r>
              <a:rPr lang="en-US" altLang="ja-JP" dirty="0"/>
              <a:t>(</a:t>
            </a:r>
            <a:r>
              <a:rPr lang="ja-JP" altLang="en-US" dirty="0"/>
              <a:t>必須</a:t>
            </a:r>
            <a:r>
              <a:rPr lang="en-US" altLang="ja-JP" dirty="0"/>
              <a:t>)</a:t>
            </a:r>
            <a:endParaRPr lang="ja-JP" altLang="en-US" dirty="0"/>
          </a:p>
          <a:p>
            <a:pPr lvl="1">
              <a:buFont typeface="Wingdings" panose="05000000000000000000" pitchFamily="2" charset="2"/>
              <a:buChar char="p"/>
            </a:pPr>
            <a:r>
              <a:rPr lang="ja-JP" altLang="en-US" dirty="0"/>
              <a:t>機械学習を使う</a:t>
            </a:r>
            <a:r>
              <a:rPr lang="en-US" altLang="ja-JP" dirty="0"/>
              <a:t>(</a:t>
            </a:r>
            <a:r>
              <a:rPr lang="ja-JP" altLang="en-US" dirty="0"/>
              <a:t>優・秀をめざすなら必須</a:t>
            </a:r>
            <a:r>
              <a:rPr lang="en-US" altLang="ja-JP" dirty="0"/>
              <a:t>)</a:t>
            </a:r>
            <a:endParaRPr lang="ja-JP" altLang="en-US" dirty="0"/>
          </a:p>
          <a:p>
            <a:pPr lvl="1">
              <a:buFont typeface="Wingdings" panose="05000000000000000000" pitchFamily="2" charset="2"/>
              <a:buChar char="p"/>
            </a:pPr>
            <a:r>
              <a:rPr lang="ja-JP" altLang="en-US" dirty="0"/>
              <a:t>プラスアルファがある</a:t>
            </a:r>
            <a:r>
              <a:rPr lang="en-US" altLang="ja-JP" dirty="0"/>
              <a:t>(</a:t>
            </a:r>
            <a:r>
              <a:rPr lang="ja-JP" altLang="en-US" dirty="0"/>
              <a:t>優・秀をめざすなら必須</a:t>
            </a:r>
            <a:r>
              <a:rPr lang="en-US" altLang="ja-JP" dirty="0"/>
              <a:t>)</a:t>
            </a:r>
          </a:p>
          <a:p>
            <a:pPr lvl="1">
              <a:buFont typeface="Wingdings" panose="05000000000000000000" pitchFamily="2" charset="2"/>
              <a:buChar char="p"/>
            </a:pPr>
            <a:endParaRPr lang="ja-JP" altLang="en-US" dirty="0"/>
          </a:p>
          <a:p>
            <a:pPr lvl="1">
              <a:buFont typeface="Wingdings" panose="05000000000000000000" pitchFamily="2" charset="2"/>
              <a:buChar char="p"/>
            </a:pPr>
            <a:endParaRPr lang="ja-JP" altLang="en-US" dirty="0"/>
          </a:p>
          <a:p>
            <a:pPr lvl="1"/>
            <a:endParaRPr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CF2DAD-98E5-84F6-AA9E-22E93074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 dirty="0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A41D80-B9B7-4A36-DD2F-01EEF8CAF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4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75068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第６回　</a:t>
            </a:r>
            <a:r>
              <a:rPr kumimoji="1" lang="ja-JP" altLang="en-US" sz="2400" dirty="0"/>
              <a:t>数値処理と可視化演習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E886D1-E4AA-933F-A8BC-2E3D3A7F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6329AF7C-0C77-1E28-D623-E6BC39856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講義内課題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40A4A42C-5FC3-9B60-CBA2-558A655A4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ja-JP"/>
              <a:t>[</a:t>
            </a:r>
            <a:r>
              <a:rPr kumimoji="1" lang="en-US" altLang="ja-JP">
                <a:solidFill>
                  <a:schemeClr val="accent1"/>
                </a:solidFill>
                <a:latin typeface="+mj-lt"/>
              </a:rPr>
              <a:t>26</a:t>
            </a:r>
            <a:r>
              <a:rPr kumimoji="1" lang="en-US" altLang="ja-JP">
                <a:latin typeface="+mj-lt"/>
              </a:rPr>
              <a:t>-day07kk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画像認識</a:t>
            </a:r>
            <a:r>
              <a:rPr kumimoji="1" lang="en-US" altLang="ja-JP" dirty="0"/>
              <a:t>(</a:t>
            </a:r>
            <a:r>
              <a:rPr kumimoji="1" lang="ja-JP" altLang="en-US" dirty="0"/>
              <a:t>数値</a:t>
            </a:r>
            <a:r>
              <a:rPr kumimoji="1" lang="en-US" altLang="ja-JP" dirty="0"/>
              <a:t>)</a:t>
            </a:r>
            <a:endParaRPr kumimoji="1" lang="ja-JP" altLang="en-US" dirty="0"/>
          </a:p>
          <a:p>
            <a:pPr lvl="1" algn="just"/>
            <a:r>
              <a:rPr lang="ja-JP" altLang="en-US" dirty="0"/>
              <a:t>基本的には宿題と同じく書かれた事を理解してください。</a:t>
            </a:r>
          </a:p>
          <a:p>
            <a:pPr lvl="1" algn="just"/>
            <a:r>
              <a:rPr lang="ja-JP" altLang="en-US" dirty="0"/>
              <a:t>自分で描いた数字の画像を認識させてください。</a:t>
            </a:r>
          </a:p>
          <a:p>
            <a:pPr lvl="2" algn="just"/>
            <a:r>
              <a:rPr lang="ja-JP" altLang="en-US" dirty="0"/>
              <a:t>認識できたか・できないか</a:t>
            </a:r>
          </a:p>
          <a:p>
            <a:pPr lvl="2" algn="just"/>
            <a:r>
              <a:rPr lang="ja-JP" altLang="en-US" dirty="0"/>
              <a:t>どのような字を書いたら認識率があがるか等確認</a:t>
            </a:r>
          </a:p>
          <a:p>
            <a:pPr algn="just"/>
            <a:r>
              <a:rPr lang="ja-JP" altLang="en-US" dirty="0"/>
              <a:t>課題以上の事ができた人は発表してください。</a:t>
            </a:r>
          </a:p>
          <a:p>
            <a:pPr algn="just"/>
            <a:r>
              <a:rPr lang="ja-JP" altLang="en-US" dirty="0"/>
              <a:t>期限は講義内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CEF451-3839-F987-5BB8-CCC15EFF1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999C95-B9DC-6968-0B45-10E8ED24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6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93337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Day07</a:t>
            </a:r>
            <a:r>
              <a:rPr lang="ja-JP" altLang="en-US" dirty="0"/>
              <a:t>→</a:t>
            </a:r>
            <a:r>
              <a:rPr lang="en-US" altLang="ja-JP" dirty="0"/>
              <a:t>Day08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EACCA0-58D5-7315-593C-87D8D03E1445}"/>
              </a:ext>
            </a:extLst>
          </p:cNvPr>
          <p:cNvSpPr txBox="1"/>
          <p:nvPr/>
        </p:nvSpPr>
        <p:spPr>
          <a:xfrm>
            <a:off x="7308013" y="4479372"/>
            <a:ext cx="4803399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500" dirty="0"/>
              <a:t>無し！</a:t>
            </a:r>
            <a:endParaRPr kumimoji="1" lang="ja-JP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9465</TotalTime>
  <Words>414</Words>
  <Application>Microsoft Office PowerPoint</Application>
  <PresentationFormat>ワイド画面</PresentationFormat>
  <Paragraphs>97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TBちび丸ゴシックPlusK Pro R</vt:lpstr>
      <vt:lpstr>VDL Ｖ７ゴシック EB</vt:lpstr>
      <vt:lpstr>游ゴシック</vt:lpstr>
      <vt:lpstr>Arial</vt:lpstr>
      <vt:lpstr>Wingdings</vt:lpstr>
      <vt:lpstr>情報論理学</vt:lpstr>
      <vt:lpstr>情報 科学Ｃ</vt:lpstr>
      <vt:lpstr>2025年度 講義日程</vt:lpstr>
      <vt:lpstr>情報科学Ｃ</vt:lpstr>
      <vt:lpstr>最終課題：データサイエンス演習</vt:lpstr>
      <vt:lpstr>情報科学Ｃ</vt:lpstr>
      <vt:lpstr>講義内課題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133</cp:revision>
  <dcterms:created xsi:type="dcterms:W3CDTF">2020-04-20T04:18:00Z</dcterms:created>
  <dcterms:modified xsi:type="dcterms:W3CDTF">2025-05-28T05:07:39Z</dcterms:modified>
</cp:coreProperties>
</file>