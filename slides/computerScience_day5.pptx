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69" r:id="rId4"/>
    <p:sldId id="313" r:id="rId5"/>
    <p:sldId id="312" r:id="rId6"/>
    <p:sldId id="311" r:id="rId7"/>
    <p:sldId id="306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E804"/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88" autoAdjust="0"/>
    <p:restoredTop sz="94660"/>
  </p:normalViewPr>
  <p:slideViewPr>
    <p:cSldViewPr snapToGrid="0">
      <p:cViewPr varScale="1">
        <p:scale>
          <a:sx n="82" d="100"/>
          <a:sy n="82" d="100"/>
        </p:scale>
        <p:origin x="8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2025/5/13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5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科学Ｃ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 C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182371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複雑なデータ構造作成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辞書型データの検索・ソート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600" dirty="0"/>
                        <a:t>継承と差分プログラミング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前回成果のお披露目会と可視化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ノック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＜宿題一回お休み！＞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数値処理と可視化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sz="2400" dirty="0"/>
              <a:t>Day04</a:t>
            </a:r>
            <a:r>
              <a:rPr kumimoji="1" lang="ja-JP" altLang="en-US" sz="2400" dirty="0"/>
              <a:t>→</a:t>
            </a:r>
            <a:r>
              <a:rPr kumimoji="1" lang="en-US" altLang="ja-JP" sz="2400" dirty="0"/>
              <a:t>Day05 Homework</a:t>
            </a:r>
            <a:r>
              <a:rPr kumimoji="1" lang="ja-JP" altLang="en-US" sz="2400" dirty="0"/>
              <a:t>振り返り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BAFCEC-8A6E-AA99-A7DD-8CE3C747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情報科学ｃ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8819AB71-0721-4414-265D-70A1C519A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予習テキストで学んだ事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2A59D4F-CCF2-27D9-CEF2-CD414083A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NumPy</a:t>
            </a:r>
          </a:p>
          <a:p>
            <a:endParaRPr lang="ja-JP" altLang="en-US" b="0" i="0" dirty="0">
              <a:effectLst/>
              <a:latin typeface="system-ui"/>
            </a:endParaRP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F1EF0F1-51EC-3148-5BB4-A9555422C2A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Pandas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0906CB-64DC-B653-3209-0F53F1D58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8E9A5A-087C-397D-9D0C-6A1F49A8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4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62172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第５回　</a:t>
            </a:r>
            <a:r>
              <a:rPr kumimoji="1" lang="ja-JP" altLang="en-US" sz="2400" dirty="0"/>
              <a:t>可視化</a:t>
            </a:r>
            <a:r>
              <a:rPr kumimoji="1" lang="en-US" altLang="ja-JP" sz="2400" dirty="0"/>
              <a:t>(16</a:t>
            </a:r>
            <a:r>
              <a:rPr kumimoji="1" lang="ja-JP" altLang="en-US" sz="2400" dirty="0"/>
              <a:t>本ノック</a:t>
            </a:r>
            <a:r>
              <a:rPr kumimoji="1"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Day4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53DF0-2AD1-7696-259C-7B8580FC4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17FAFD9B-4C0B-9EF1-5FFA-1FF6B189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1611AAF-3D0D-8B64-C9FF-CB319AFE7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18</a:t>
            </a:r>
            <a:r>
              <a:rPr kumimoji="1" lang="en-US" altLang="ja-JP" sz="2800" dirty="0"/>
              <a:t>-day05kk] </a:t>
            </a:r>
            <a:br>
              <a:rPr kumimoji="1" lang="ja-JP" altLang="en-US" dirty="0"/>
            </a:br>
            <a:r>
              <a:rPr kumimoji="1" lang="en-US" altLang="ja-JP" dirty="0"/>
              <a:t>Matplotlib 16</a:t>
            </a:r>
            <a:r>
              <a:rPr kumimoji="1" lang="ja-JP" altLang="en-US" dirty="0"/>
              <a:t>本ノック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A2E979-0E7F-5B1C-1282-C07F86B7E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kumimoji="1" lang="ja-JP" altLang="en-US" dirty="0"/>
              <a:t>講義課題として提出してもらいますが解答付き</a:t>
            </a:r>
            <a:r>
              <a:rPr kumimoji="1" lang="en-US" altLang="ja-JP" dirty="0"/>
              <a:t>N</a:t>
            </a:r>
            <a:r>
              <a:rPr kumimoji="1" lang="ja-JP" altLang="en-US" dirty="0"/>
              <a:t>本ノックです</a:t>
            </a:r>
          </a:p>
          <a:p>
            <a:pPr lvl="1"/>
            <a:r>
              <a:rPr lang="ja-JP" altLang="en-US" dirty="0"/>
              <a:t>順に解説しながら進めます</a:t>
            </a:r>
          </a:p>
          <a:p>
            <a:pPr lvl="1"/>
            <a:r>
              <a:rPr kumimoji="1" lang="ja-JP" altLang="en-US" dirty="0"/>
              <a:t>ソースコードを改変したりして理解を深めてください</a:t>
            </a:r>
          </a:p>
          <a:p>
            <a:pPr lvl="1"/>
            <a:r>
              <a:rPr kumimoji="1" lang="ja-JP" altLang="en-US" dirty="0"/>
              <a:t>ノート最下部に自由課題コーナーがあるので、コードを改変して面白いものができたら、そこに追記してください。</a:t>
            </a:r>
          </a:p>
          <a:p>
            <a:r>
              <a:rPr lang="ja-JP" altLang="en-US" dirty="0"/>
              <a:t>発表：なし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6EC982-1A89-389F-C924-7ED8328A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1DE181-3A7C-2141-F754-2D466590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69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Day05</a:t>
            </a:r>
            <a:r>
              <a:rPr lang="ja-JP" altLang="en-US" dirty="0"/>
              <a:t>→</a:t>
            </a:r>
            <a:r>
              <a:rPr lang="en-US" altLang="ja-JP" dirty="0"/>
              <a:t>Day06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Day4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3F363E8-B8D3-6423-61BF-3C656B6B09BD}"/>
              </a:ext>
            </a:extLst>
          </p:cNvPr>
          <p:cNvSpPr txBox="1"/>
          <p:nvPr/>
        </p:nvSpPr>
        <p:spPr>
          <a:xfrm>
            <a:off x="6941975" y="2866807"/>
            <a:ext cx="5962261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9900" dirty="0"/>
              <a:t>なし</a:t>
            </a:r>
            <a:endParaRPr kumimoji="1" lang="ja-JP" altLang="en-US" sz="19900" dirty="0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9173</TotalTime>
  <Words>292</Words>
  <Application>Microsoft Office PowerPoint</Application>
  <PresentationFormat>ワイド画面</PresentationFormat>
  <Paragraphs>86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system-ui</vt:lpstr>
      <vt:lpstr>TBちび丸ゴシックPlusK Pro R</vt:lpstr>
      <vt:lpstr>Arial</vt:lpstr>
      <vt:lpstr>VDL Ｖ７ゴシック EB</vt:lpstr>
      <vt:lpstr>游ゴシック</vt:lpstr>
      <vt:lpstr>情報論理学</vt:lpstr>
      <vt:lpstr>情報 科学Ｃ</vt:lpstr>
      <vt:lpstr>2025年度 講義日程</vt:lpstr>
      <vt:lpstr>情報科学Ｃ</vt:lpstr>
      <vt:lpstr>予習テキストで学んだ事</vt:lpstr>
      <vt:lpstr>情報科学Ｃ</vt:lpstr>
      <vt:lpstr>[18-day05kk]  Matplotlib 16本ノック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120</cp:revision>
  <dcterms:created xsi:type="dcterms:W3CDTF">2020-04-20T04:18:00Z</dcterms:created>
  <dcterms:modified xsi:type="dcterms:W3CDTF">2025-05-13T05:07:42Z</dcterms:modified>
</cp:coreProperties>
</file>