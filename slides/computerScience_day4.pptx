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sldIdLst>
    <p:sldId id="256" r:id="rId2"/>
    <p:sldId id="257" r:id="rId3"/>
    <p:sldId id="269" r:id="rId4"/>
    <p:sldId id="313" r:id="rId5"/>
    <p:sldId id="315" r:id="rId6"/>
    <p:sldId id="314" r:id="rId7"/>
    <p:sldId id="316" r:id="rId8"/>
    <p:sldId id="318" r:id="rId9"/>
    <p:sldId id="317" r:id="rId10"/>
    <p:sldId id="319" r:id="rId11"/>
    <p:sldId id="320" r:id="rId12"/>
    <p:sldId id="312" r:id="rId13"/>
    <p:sldId id="311" r:id="rId14"/>
    <p:sldId id="306" r:id="rId15"/>
    <p:sldId id="307"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804"/>
    <a:srgbClr val="F4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88" autoAdjust="0"/>
    <p:restoredTop sz="94660"/>
  </p:normalViewPr>
  <p:slideViewPr>
    <p:cSldViewPr snapToGrid="0">
      <p:cViewPr varScale="1">
        <p:scale>
          <a:sx n="88" d="100"/>
          <a:sy n="88" d="100"/>
        </p:scale>
        <p:origin x="366"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743A7E-303A-4EAA-864C-611EED392E65}" type="datetimeFigureOut">
              <a:rPr kumimoji="1" lang="ja-JP" altLang="en-US" smtClean="0"/>
              <a:t>2026/5/13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39EA8-FF6E-487D-8017-26A51A4403B6}" type="slidenum">
              <a:rPr kumimoji="1" lang="ja-JP" altLang="en-US" smtClean="0"/>
              <a:t>‹#›</a:t>
            </a:fld>
            <a:endParaRPr kumimoji="1" lang="ja-JP" altLang="en-US"/>
          </a:p>
        </p:txBody>
      </p:sp>
    </p:spTree>
    <p:extLst>
      <p:ext uri="{BB962C8B-B14F-4D97-AF65-F5344CB8AC3E}">
        <p14:creationId xmlns:p14="http://schemas.microsoft.com/office/powerpoint/2010/main" val="420835437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64334262-27A8-490F-AA41-F61BA7DFEBA9}" type="slidenum">
              <a:rPr kumimoji="1" lang="ja-JP" altLang="en-US" smtClean="0"/>
              <a:t>3</a:t>
            </a:fld>
            <a:endParaRPr kumimoji="1" lang="ja-JP" altLang="en-US" dirty="0"/>
          </a:p>
        </p:txBody>
      </p:sp>
    </p:spTree>
    <p:extLst>
      <p:ext uri="{BB962C8B-B14F-4D97-AF65-F5344CB8AC3E}">
        <p14:creationId xmlns:p14="http://schemas.microsoft.com/office/powerpoint/2010/main" val="52197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50D6-A680-315A-BE1D-BC9172A24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FEA44C-8C15-E719-49F6-1365B72337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08E053-7330-0B4C-2807-8C0B858E741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F3B921-5587-19BC-3E02-07109B72C221}"/>
              </a:ext>
            </a:extLst>
          </p:cNvPr>
          <p:cNvSpPr>
            <a:spLocks noGrp="1"/>
          </p:cNvSpPr>
          <p:nvPr>
            <p:ph type="sldNum" sz="quarter" idx="10"/>
          </p:nvPr>
        </p:nvSpPr>
        <p:spPr/>
        <p:txBody>
          <a:bodyPr/>
          <a:lstStyle/>
          <a:p>
            <a:fld id="{64334262-27A8-490F-AA41-F61BA7DFEBA9}" type="slidenum">
              <a:rPr kumimoji="1" lang="ja-JP" altLang="en-US" smtClean="0"/>
              <a:t>12</a:t>
            </a:fld>
            <a:endParaRPr kumimoji="1" lang="ja-JP" altLang="en-US" dirty="0"/>
          </a:p>
        </p:txBody>
      </p:sp>
    </p:spTree>
    <p:extLst>
      <p:ext uri="{BB962C8B-B14F-4D97-AF65-F5344CB8AC3E}">
        <p14:creationId xmlns:p14="http://schemas.microsoft.com/office/powerpoint/2010/main" val="26756871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0E47F28-DF72-47BF-B95C-73F8BC6F067A}"/>
              </a:ext>
            </a:extLst>
          </p:cNvPr>
          <p:cNvSpPr/>
          <p:nvPr/>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47F3A06-B3E9-484B-AA0D-25C8CD8D5706}"/>
              </a:ext>
            </a:extLst>
          </p:cNvPr>
          <p:cNvSpPr>
            <a:spLocks noGrp="1"/>
          </p:cNvSpPr>
          <p:nvPr>
            <p:ph type="ctrTitle"/>
          </p:nvPr>
        </p:nvSpPr>
        <p:spPr>
          <a:xfrm>
            <a:off x="410960" y="410960"/>
            <a:ext cx="4171308" cy="2387600"/>
          </a:xfrm>
        </p:spPr>
        <p:txBody>
          <a:bodyPr lIns="432000" anchor="b">
            <a:noAutofit/>
          </a:bodyPr>
          <a:lstStyle>
            <a:lvl1pPr algn="l">
              <a:defRPr sz="7000">
                <a:solidFill>
                  <a:schemeClr val="bg2"/>
                </a:solidFill>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2A34F182-B301-4833-B201-025D8A7B9C5E}"/>
              </a:ext>
            </a:extLst>
          </p:cNvPr>
          <p:cNvSpPr>
            <a:spLocks noGrp="1"/>
          </p:cNvSpPr>
          <p:nvPr>
            <p:ph type="subTitle" idx="1"/>
          </p:nvPr>
        </p:nvSpPr>
        <p:spPr>
          <a:xfrm>
            <a:off x="410960" y="3602038"/>
            <a:ext cx="4170362" cy="733198"/>
          </a:xfrm>
        </p:spPr>
        <p:txBody>
          <a:bodyPr lIns="432000"/>
          <a:lstStyle>
            <a:lvl1pPr marL="0" indent="0" algn="l">
              <a:buNone/>
              <a:defRPr sz="2400">
                <a:solidFill>
                  <a:schemeClr val="bg2"/>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プレースホルダー 9">
            <a:extLst>
              <a:ext uri="{FF2B5EF4-FFF2-40B4-BE49-F238E27FC236}">
                <a16:creationId xmlns:a16="http://schemas.microsoft.com/office/drawing/2014/main" id="{5006FDE5-FCBF-4411-9C4A-446459574567}"/>
              </a:ext>
            </a:extLst>
          </p:cNvPr>
          <p:cNvSpPr>
            <a:spLocks noGrp="1"/>
          </p:cNvSpPr>
          <p:nvPr>
            <p:ph type="body" sz="quarter" idx="10"/>
          </p:nvPr>
        </p:nvSpPr>
        <p:spPr>
          <a:xfrm>
            <a:off x="411163" y="2798763"/>
            <a:ext cx="4170362" cy="808037"/>
          </a:xfrm>
        </p:spPr>
        <p:txBody>
          <a:bodyPr lIns="432000" anchor="ctr" anchorCtr="0">
            <a:normAutofit/>
          </a:bodyPr>
          <a:lstStyle>
            <a:lvl1pPr marL="0" indent="0" algn="l">
              <a:buNone/>
              <a:defRPr sz="1400">
                <a:solidFill>
                  <a:schemeClr val="bg2"/>
                </a:solidFill>
                <a:latin typeface="+mj-ea"/>
                <a:ea typeface="+mj-ea"/>
              </a:defRPr>
            </a:lvl1pPr>
          </a:lstStyle>
          <a:p>
            <a:pPr lvl="0"/>
            <a:r>
              <a:rPr kumimoji="1" lang="ja-JP" altLang="en-US"/>
              <a:t>マスター テキストの書式設定</a:t>
            </a:r>
          </a:p>
        </p:txBody>
      </p:sp>
      <p:sp>
        <p:nvSpPr>
          <p:cNvPr id="14" name="テキスト プレースホルダー 13">
            <a:extLst>
              <a:ext uri="{FF2B5EF4-FFF2-40B4-BE49-F238E27FC236}">
                <a16:creationId xmlns:a16="http://schemas.microsoft.com/office/drawing/2014/main" id="{756E6855-DE3B-4846-BF01-2C9E089E9986}"/>
              </a:ext>
            </a:extLst>
          </p:cNvPr>
          <p:cNvSpPr>
            <a:spLocks noGrp="1"/>
          </p:cNvSpPr>
          <p:nvPr>
            <p:ph type="body" sz="quarter" idx="11"/>
          </p:nvPr>
        </p:nvSpPr>
        <p:spPr>
          <a:xfrm>
            <a:off x="2654074" y="836387"/>
            <a:ext cx="1927248" cy="971550"/>
          </a:xfrm>
        </p:spPr>
        <p:txBody>
          <a:bodyPr rIns="432000">
            <a:norm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sp>
        <p:nvSpPr>
          <p:cNvPr id="15" name="テキスト プレースホルダー 13">
            <a:extLst>
              <a:ext uri="{FF2B5EF4-FFF2-40B4-BE49-F238E27FC236}">
                <a16:creationId xmlns:a16="http://schemas.microsoft.com/office/drawing/2014/main" id="{7E3360AC-1BFC-4F0A-8095-C5D5EB8EB087}"/>
              </a:ext>
            </a:extLst>
          </p:cNvPr>
          <p:cNvSpPr>
            <a:spLocks noGrp="1"/>
          </p:cNvSpPr>
          <p:nvPr>
            <p:ph type="body" sz="quarter" idx="12"/>
          </p:nvPr>
        </p:nvSpPr>
        <p:spPr>
          <a:xfrm>
            <a:off x="410960" y="5571316"/>
            <a:ext cx="4170362" cy="252383"/>
          </a:xfrm>
        </p:spPr>
        <p:txBody>
          <a:bodyPr rIns="720000">
            <a:no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pic>
        <p:nvPicPr>
          <p:cNvPr id="17" name="グラフィックス 16" descr="月毎カレンダー">
            <a:extLst>
              <a:ext uri="{FF2B5EF4-FFF2-40B4-BE49-F238E27FC236}">
                <a16:creationId xmlns:a16="http://schemas.microsoft.com/office/drawing/2014/main" id="{5E31A6FF-0DE5-4C60-8E3B-463C3FE845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15846" y="5559521"/>
            <a:ext cx="252382" cy="252382"/>
          </a:xfrm>
          <a:prstGeom prst="rect">
            <a:avLst/>
          </a:prstGeom>
        </p:spPr>
      </p:pic>
      <p:pic>
        <p:nvPicPr>
          <p:cNvPr id="19" name="グラフィックス 18" descr="時計">
            <a:extLst>
              <a:ext uri="{FF2B5EF4-FFF2-40B4-BE49-F238E27FC236}">
                <a16:creationId xmlns:a16="http://schemas.microsoft.com/office/drawing/2014/main" id="{28888EC0-9C0C-4605-B734-4E086ECBDC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5846" y="5899863"/>
            <a:ext cx="264178" cy="264178"/>
          </a:xfrm>
          <a:prstGeom prst="rect">
            <a:avLst/>
          </a:prstGeom>
        </p:spPr>
      </p:pic>
      <p:sp>
        <p:nvSpPr>
          <p:cNvPr id="21" name="テキスト プレースホルダー 13">
            <a:extLst>
              <a:ext uri="{FF2B5EF4-FFF2-40B4-BE49-F238E27FC236}">
                <a16:creationId xmlns:a16="http://schemas.microsoft.com/office/drawing/2014/main" id="{A6FE1081-74EF-4DCD-9B6B-58AE4184E2F4}"/>
              </a:ext>
            </a:extLst>
          </p:cNvPr>
          <p:cNvSpPr>
            <a:spLocks noGrp="1"/>
          </p:cNvSpPr>
          <p:nvPr>
            <p:ph type="body" sz="quarter" idx="13"/>
          </p:nvPr>
        </p:nvSpPr>
        <p:spPr>
          <a:xfrm>
            <a:off x="410960" y="5911658"/>
            <a:ext cx="4170362" cy="252383"/>
          </a:xfrm>
        </p:spPr>
        <p:txBody>
          <a:bodyPr rIns="720000">
            <a:noAutofit/>
          </a:bodyPr>
          <a:lstStyle>
            <a:lvl1pPr marL="0" indent="0" algn="r">
              <a:buNone/>
              <a:defRPr lang="fr-FR" altLang="ja-JP" sz="1600" b="0" i="0" smtClean="0">
                <a:solidFill>
                  <a:schemeClr val="bg2"/>
                </a:solidFill>
                <a:effectLst/>
              </a:defRPr>
            </a:lvl1pPr>
          </a:lstStyle>
          <a:p>
            <a:pPr lvl="0"/>
            <a:r>
              <a:rPr kumimoji="1" lang="ja-JP" altLang="en-US"/>
              <a:t>マスター テキストの書式設定</a:t>
            </a:r>
          </a:p>
        </p:txBody>
      </p:sp>
      <p:sp>
        <p:nvSpPr>
          <p:cNvPr id="11" name="四角形: 角を丸くする 10">
            <a:extLst>
              <a:ext uri="{FF2B5EF4-FFF2-40B4-BE49-F238E27FC236}">
                <a16:creationId xmlns:a16="http://schemas.microsoft.com/office/drawing/2014/main" id="{C0B036A8-3716-4984-BEA1-BFA05709FBD0}"/>
              </a:ext>
            </a:extLst>
          </p:cNvPr>
          <p:cNvSpPr/>
          <p:nvPr userDrawn="1"/>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グラフィックス 11" descr="月毎カレンダー">
            <a:extLst>
              <a:ext uri="{FF2B5EF4-FFF2-40B4-BE49-F238E27FC236}">
                <a16:creationId xmlns:a16="http://schemas.microsoft.com/office/drawing/2014/main" id="{16A5C23C-AC82-4AF1-ABCF-5DCF31229C8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15846" y="5559521"/>
            <a:ext cx="252382" cy="252382"/>
          </a:xfrm>
          <a:prstGeom prst="rect">
            <a:avLst/>
          </a:prstGeom>
        </p:spPr>
      </p:pic>
      <p:pic>
        <p:nvPicPr>
          <p:cNvPr id="13" name="グラフィックス 12" descr="時計">
            <a:extLst>
              <a:ext uri="{FF2B5EF4-FFF2-40B4-BE49-F238E27FC236}">
                <a16:creationId xmlns:a16="http://schemas.microsoft.com/office/drawing/2014/main" id="{B17CE49E-F1A4-4143-9EC2-B5F7EB71DDC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15846" y="5899863"/>
            <a:ext cx="264178" cy="264178"/>
          </a:xfrm>
          <a:prstGeom prst="rect">
            <a:avLst/>
          </a:prstGeom>
        </p:spPr>
      </p:pic>
    </p:spTree>
    <p:extLst>
      <p:ext uri="{BB962C8B-B14F-4D97-AF65-F5344CB8AC3E}">
        <p14:creationId xmlns:p14="http://schemas.microsoft.com/office/powerpoint/2010/main" val="141064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C5A7BEB9-F351-4CB4-AC09-6557D41A19F7}"/>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2" name="タイトル 1">
            <a:extLst>
              <a:ext uri="{FF2B5EF4-FFF2-40B4-BE49-F238E27FC236}">
                <a16:creationId xmlns:a16="http://schemas.microsoft.com/office/drawing/2014/main" id="{EB6A195E-2386-4B3E-8997-DB98D5D1E2B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B90559-414D-440F-B60E-2E11609B0D4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38EFE1-5047-4120-91D8-B38B928E235D}"/>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4D083690-B423-4AB6-B70A-42FDB82CFF71}"/>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97699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77BF5DC2-C09F-4ABA-8D58-1983792C8256}"/>
              </a:ext>
            </a:extLst>
          </p:cNvPr>
          <p:cNvSpPr/>
          <p:nvPr/>
        </p:nvSpPr>
        <p:spPr>
          <a:xfrm rot="5400000">
            <a:off x="1764236" y="1140425"/>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3C4C8B1-2AF8-4AD4-9335-90DBF3E41189}"/>
              </a:ext>
            </a:extLst>
          </p:cNvPr>
          <p:cNvSpPr>
            <a:spLocks noGrp="1"/>
          </p:cNvSpPr>
          <p:nvPr>
            <p:ph type="title"/>
          </p:nvPr>
        </p:nvSpPr>
        <p:spPr>
          <a:xfrm>
            <a:off x="831850" y="1709738"/>
            <a:ext cx="10515600" cy="2852737"/>
          </a:xfrm>
        </p:spPr>
        <p:txBody>
          <a:bodyPr anchor="b"/>
          <a:lstStyle>
            <a:lvl1pPr>
              <a:defRPr sz="6000">
                <a:solidFill>
                  <a:schemeClr val="bg2"/>
                </a:solidFill>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A033B43-6246-4F8F-8EBC-97DFFE53624E}"/>
              </a:ext>
            </a:extLst>
          </p:cNvPr>
          <p:cNvSpPr>
            <a:spLocks noGrp="1"/>
          </p:cNvSpPr>
          <p:nvPr>
            <p:ph type="body" idx="1"/>
          </p:nvPr>
        </p:nvSpPr>
        <p:spPr>
          <a:xfrm>
            <a:off x="831850" y="4589463"/>
            <a:ext cx="10515600" cy="1500187"/>
          </a:xfrm>
        </p:spPr>
        <p:txBody>
          <a:bodyPr/>
          <a:lstStyle>
            <a:lvl1pPr marL="0" indent="0">
              <a:buNone/>
              <a:defRPr sz="24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cxnSp>
        <p:nvCxnSpPr>
          <p:cNvPr id="9" name="直線コネクタ 8">
            <a:extLst>
              <a:ext uri="{FF2B5EF4-FFF2-40B4-BE49-F238E27FC236}">
                <a16:creationId xmlns:a16="http://schemas.microsoft.com/office/drawing/2014/main" id="{5CDC6133-E775-4AC7-B0CB-06DA0590B50D}"/>
              </a:ext>
            </a:extLst>
          </p:cNvPr>
          <p:cNvCxnSpPr>
            <a:cxnSpLocks/>
          </p:cNvCxnSpPr>
          <p:nvPr/>
        </p:nvCxnSpPr>
        <p:spPr>
          <a:xfrm>
            <a:off x="831850" y="4551452"/>
            <a:ext cx="603608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日付プレースホルダー 10">
            <a:extLst>
              <a:ext uri="{FF2B5EF4-FFF2-40B4-BE49-F238E27FC236}">
                <a16:creationId xmlns:a16="http://schemas.microsoft.com/office/drawing/2014/main" id="{A11DAC5A-3295-4699-B780-85682452D0BF}"/>
              </a:ext>
            </a:extLst>
          </p:cNvPr>
          <p:cNvSpPr>
            <a:spLocks noGrp="1"/>
          </p:cNvSpPr>
          <p:nvPr>
            <p:ph type="dt" sz="half" idx="10"/>
          </p:nvPr>
        </p:nvSpPr>
        <p:spPr>
          <a:xfrm>
            <a:off x="11254483" y="6380253"/>
            <a:ext cx="929811" cy="479039"/>
          </a:xfrm>
          <a:noFill/>
        </p:spPr>
        <p:txBody>
          <a:bodyPr/>
          <a:lstStyle>
            <a:lvl1pPr>
              <a:defRPr sz="1200">
                <a:solidFill>
                  <a:schemeClr val="bg1">
                    <a:lumMod val="95000"/>
                  </a:schemeClr>
                </a:solidFill>
                <a:latin typeface="+mn-ea"/>
                <a:ea typeface="+mn-ea"/>
              </a:defRPr>
            </a:lvl1pPr>
          </a:lstStyle>
          <a:p>
            <a:r>
              <a:rPr lang="en-US" altLang="ja-JP"/>
              <a:t>Day4</a:t>
            </a:r>
            <a:endParaRPr lang="ja-JP" altLang="en-US" dirty="0"/>
          </a:p>
        </p:txBody>
      </p:sp>
      <p:sp>
        <p:nvSpPr>
          <p:cNvPr id="12" name="フッター プレースホルダー 11">
            <a:extLst>
              <a:ext uri="{FF2B5EF4-FFF2-40B4-BE49-F238E27FC236}">
                <a16:creationId xmlns:a16="http://schemas.microsoft.com/office/drawing/2014/main" id="{96B9B820-4BF8-4E49-AE82-B3E19219A9E7}"/>
              </a:ext>
            </a:extLst>
          </p:cNvPr>
          <p:cNvSpPr>
            <a:spLocks noGrp="1"/>
          </p:cNvSpPr>
          <p:nvPr>
            <p:ph type="ftr" sz="quarter" idx="11"/>
          </p:nvPr>
        </p:nvSpPr>
        <p:spPr>
          <a:xfrm>
            <a:off x="929811" y="6380253"/>
            <a:ext cx="10324672" cy="477747"/>
          </a:xfrm>
          <a:noFill/>
        </p:spPr>
        <p:txBody>
          <a:bodyPr vert="horz"/>
          <a:lstStyle>
            <a:lvl1pPr>
              <a:defRPr sz="1200">
                <a:solidFill>
                  <a:schemeClr val="bg1">
                    <a:lumMod val="95000"/>
                  </a:schemeClr>
                </a:solidFill>
                <a:latin typeface="+mn-ea"/>
                <a:ea typeface="+mn-ea"/>
              </a:defRPr>
            </a:lvl1pPr>
          </a:lstStyle>
          <a:p>
            <a:r>
              <a:rPr lang="ja-JP" altLang="en-US"/>
              <a:t>情報科学ｃ</a:t>
            </a:r>
            <a:endParaRPr lang="ja-JP" altLang="en-US" dirty="0"/>
          </a:p>
        </p:txBody>
      </p:sp>
      <p:sp>
        <p:nvSpPr>
          <p:cNvPr id="13" name="スライド番号プレースホルダー 12">
            <a:extLst>
              <a:ext uri="{FF2B5EF4-FFF2-40B4-BE49-F238E27FC236}">
                <a16:creationId xmlns:a16="http://schemas.microsoft.com/office/drawing/2014/main" id="{2971BC73-1BC4-492F-9655-EE928B53112A}"/>
              </a:ext>
            </a:extLst>
          </p:cNvPr>
          <p:cNvSpPr>
            <a:spLocks noGrp="1"/>
          </p:cNvSpPr>
          <p:nvPr>
            <p:ph type="sldNum" sz="quarter" idx="12"/>
          </p:nvPr>
        </p:nvSpPr>
        <p:spPr>
          <a:xfrm>
            <a:off x="-1" y="6378961"/>
            <a:ext cx="929811" cy="479039"/>
          </a:xfrm>
          <a:noFill/>
        </p:spPr>
        <p:txBody>
          <a:bodyPr/>
          <a:lstStyle>
            <a:lvl1pPr>
              <a:defRPr sz="1200">
                <a:solidFill>
                  <a:schemeClr val="bg1">
                    <a:lumMod val="95000"/>
                  </a:schemeClr>
                </a:solidFill>
                <a:latin typeface="+mn-ea"/>
                <a:ea typeface="+mn-ea"/>
              </a:defRPr>
            </a:lvl1pPr>
          </a:lstStyle>
          <a:p>
            <a:fld id="{B4DA0251-0B3B-4C1C-96DC-5D2833458AB2}" type="slidenum">
              <a:rPr lang="ja-JP" altLang="en-US" smtClean="0"/>
              <a:pPr/>
              <a:t>‹#›</a:t>
            </a:fld>
            <a:endParaRPr lang="ja-JP" altLang="en-US" dirty="0"/>
          </a:p>
        </p:txBody>
      </p:sp>
      <p:sp>
        <p:nvSpPr>
          <p:cNvPr id="10" name="四角形: 角を丸くする 9">
            <a:extLst>
              <a:ext uri="{FF2B5EF4-FFF2-40B4-BE49-F238E27FC236}">
                <a16:creationId xmlns:a16="http://schemas.microsoft.com/office/drawing/2014/main" id="{CBE2209A-34C2-442B-8860-AD934E3A55A7}"/>
              </a:ext>
            </a:extLst>
          </p:cNvPr>
          <p:cNvSpPr/>
          <p:nvPr userDrawn="1"/>
        </p:nvSpPr>
        <p:spPr>
          <a:xfrm rot="5400000">
            <a:off x="1764236" y="1140425"/>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CA23B75A-ECFC-445D-BF95-D1227263344A}"/>
              </a:ext>
            </a:extLst>
          </p:cNvPr>
          <p:cNvCxnSpPr>
            <a:cxnSpLocks/>
          </p:cNvCxnSpPr>
          <p:nvPr userDrawn="1"/>
        </p:nvCxnSpPr>
        <p:spPr>
          <a:xfrm>
            <a:off x="831850" y="4551452"/>
            <a:ext cx="603608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03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09ABC7CE-F688-4A8F-BAF4-FE8FF46CA7E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4791292F-7D3C-4B8B-8049-878DE3F8989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FE0AD08-B9D5-4686-AE1E-5008D7F45EE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942FC32-2173-41D7-A238-5C31D06F821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13C2DE7-212B-49F8-8F87-F24BBC55F874}"/>
              </a:ext>
            </a:extLst>
          </p:cNvPr>
          <p:cNvSpPr>
            <a:spLocks noGrp="1"/>
          </p:cNvSpPr>
          <p:nvPr>
            <p:ph type="dt" sz="half" idx="10"/>
          </p:nvPr>
        </p:nvSpPr>
        <p:spPr/>
        <p:txBody>
          <a:bodyPr/>
          <a:lstStyle/>
          <a:p>
            <a:r>
              <a:rPr kumimoji="1" lang="en-US" altLang="ja-JP"/>
              <a:t>Day4</a:t>
            </a:r>
            <a:endParaRPr kumimoji="1" lang="ja-JP" altLang="en-US"/>
          </a:p>
        </p:txBody>
      </p:sp>
      <p:sp>
        <p:nvSpPr>
          <p:cNvPr id="7" name="スライド番号プレースホルダー 6">
            <a:extLst>
              <a:ext uri="{FF2B5EF4-FFF2-40B4-BE49-F238E27FC236}">
                <a16:creationId xmlns:a16="http://schemas.microsoft.com/office/drawing/2014/main" id="{73A0B284-F90B-4A8D-B496-EE9CCD66099E}"/>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81524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8" name="フッター プレースホルダー 7">
            <a:extLst>
              <a:ext uri="{FF2B5EF4-FFF2-40B4-BE49-F238E27FC236}">
                <a16:creationId xmlns:a16="http://schemas.microsoft.com/office/drawing/2014/main" id="{96BA9B40-5515-453E-A67A-F1B4D4E1A1B4}"/>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58302A9B-D2C1-4740-A595-87B27EA2678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96EF2C-0AF8-4483-8381-18D47F489C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D45F41-0A50-4141-B1FB-85C417B3AC9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5319A25-B3C7-4A4C-9DBF-D8EEA02388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DB0157E-EEB7-4D33-8037-E7E286F7757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28037F7-7442-42BB-BB8C-C310F6EE085A}"/>
              </a:ext>
            </a:extLst>
          </p:cNvPr>
          <p:cNvSpPr>
            <a:spLocks noGrp="1"/>
          </p:cNvSpPr>
          <p:nvPr>
            <p:ph type="dt" sz="half" idx="10"/>
          </p:nvPr>
        </p:nvSpPr>
        <p:spPr/>
        <p:txBody>
          <a:bodyPr/>
          <a:lstStyle/>
          <a:p>
            <a:r>
              <a:rPr kumimoji="1" lang="en-US" altLang="ja-JP"/>
              <a:t>Day4</a:t>
            </a:r>
            <a:endParaRPr kumimoji="1" lang="ja-JP" altLang="en-US"/>
          </a:p>
        </p:txBody>
      </p:sp>
      <p:sp>
        <p:nvSpPr>
          <p:cNvPr id="9" name="スライド番号プレースホルダー 8">
            <a:extLst>
              <a:ext uri="{FF2B5EF4-FFF2-40B4-BE49-F238E27FC236}">
                <a16:creationId xmlns:a16="http://schemas.microsoft.com/office/drawing/2014/main" id="{F7473174-C29E-4FF4-B05C-9F45D1DDEDF5}"/>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72088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339323D3-D052-407A-AE0F-D8C2F688846A}"/>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69D8392C-15E6-4570-AB43-D6B5BF72E43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C9DEACB-116C-4736-97EF-3B57F3E20383}"/>
              </a:ext>
            </a:extLst>
          </p:cNvPr>
          <p:cNvSpPr>
            <a:spLocks noGrp="1"/>
          </p:cNvSpPr>
          <p:nvPr>
            <p:ph type="dt" sz="half" idx="10"/>
          </p:nvPr>
        </p:nvSpPr>
        <p:spPr/>
        <p:txBody>
          <a:bodyPr/>
          <a:lstStyle/>
          <a:p>
            <a:r>
              <a:rPr kumimoji="1" lang="en-US" altLang="ja-JP"/>
              <a:t>Day4</a:t>
            </a:r>
            <a:endParaRPr kumimoji="1" lang="ja-JP" altLang="en-US"/>
          </a:p>
        </p:txBody>
      </p:sp>
      <p:sp>
        <p:nvSpPr>
          <p:cNvPr id="5" name="スライド番号プレースホルダー 4">
            <a:extLst>
              <a:ext uri="{FF2B5EF4-FFF2-40B4-BE49-F238E27FC236}">
                <a16:creationId xmlns:a16="http://schemas.microsoft.com/office/drawing/2014/main" id="{AD4D71C1-D913-4D0E-82AD-25C6F594830D}"/>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83429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8094BA8F-8DBE-475F-87FE-8ACFAF523223}"/>
              </a:ext>
            </a:extLst>
          </p:cNvPr>
          <p:cNvSpPr>
            <a:spLocks noGrp="1"/>
          </p:cNvSpPr>
          <p:nvPr>
            <p:ph type="ftr" sz="quarter" idx="11"/>
          </p:nvPr>
        </p:nvSpPr>
        <p:spPr/>
        <p:txBody>
          <a:bodyPr/>
          <a:lstStyle/>
          <a:p>
            <a:r>
              <a:rPr kumimoji="1" lang="ja-JP" altLang="en-US"/>
              <a:t>情報科学ｃ</a:t>
            </a:r>
          </a:p>
        </p:txBody>
      </p:sp>
      <p:sp>
        <p:nvSpPr>
          <p:cNvPr id="2" name="日付プレースホルダー 1">
            <a:extLst>
              <a:ext uri="{FF2B5EF4-FFF2-40B4-BE49-F238E27FC236}">
                <a16:creationId xmlns:a16="http://schemas.microsoft.com/office/drawing/2014/main" id="{3CBFF62E-96EE-4231-B1C9-D657627176B4}"/>
              </a:ext>
            </a:extLst>
          </p:cNvPr>
          <p:cNvSpPr>
            <a:spLocks noGrp="1"/>
          </p:cNvSpPr>
          <p:nvPr>
            <p:ph type="dt" sz="half" idx="10"/>
          </p:nvPr>
        </p:nvSpPr>
        <p:spPr/>
        <p:txBody>
          <a:bodyPr/>
          <a:lstStyle/>
          <a:p>
            <a:r>
              <a:rPr kumimoji="1" lang="en-US" altLang="ja-JP"/>
              <a:t>Day4</a:t>
            </a:r>
            <a:endParaRPr kumimoji="1" lang="ja-JP" altLang="en-US"/>
          </a:p>
        </p:txBody>
      </p:sp>
      <p:sp>
        <p:nvSpPr>
          <p:cNvPr id="4" name="スライド番号プレースホルダー 3">
            <a:extLst>
              <a:ext uri="{FF2B5EF4-FFF2-40B4-BE49-F238E27FC236}">
                <a16:creationId xmlns:a16="http://schemas.microsoft.com/office/drawing/2014/main" id="{705E5E13-27C9-46C8-9CFD-7A34CEE82587}"/>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298027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A7440D56-CEEA-4384-A1F8-D367844FD55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C1E818FD-EA9B-4E48-99A9-10D41BF279A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5E8A80-BFAB-4C55-BB0E-3B1D036B1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EBB79B4-7E3C-49BA-9702-8601BF27D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825AD8E-F37B-488E-8604-699084B3C132}"/>
              </a:ext>
            </a:extLst>
          </p:cNvPr>
          <p:cNvSpPr>
            <a:spLocks noGrp="1"/>
          </p:cNvSpPr>
          <p:nvPr>
            <p:ph type="dt" sz="half" idx="10"/>
          </p:nvPr>
        </p:nvSpPr>
        <p:spPr/>
        <p:txBody>
          <a:bodyPr/>
          <a:lstStyle/>
          <a:p>
            <a:r>
              <a:rPr kumimoji="1" lang="en-US" altLang="ja-JP"/>
              <a:t>Day4</a:t>
            </a:r>
            <a:endParaRPr kumimoji="1" lang="ja-JP" altLang="en-US"/>
          </a:p>
        </p:txBody>
      </p:sp>
      <p:sp>
        <p:nvSpPr>
          <p:cNvPr id="7" name="スライド番号プレースホルダー 6">
            <a:extLst>
              <a:ext uri="{FF2B5EF4-FFF2-40B4-BE49-F238E27FC236}">
                <a16:creationId xmlns:a16="http://schemas.microsoft.com/office/drawing/2014/main" id="{9B955EC4-1391-42FE-9B3D-F421AD428E72}"/>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20696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13B5C4C1-2FE9-4245-91D9-0138ABDB151D}"/>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381DB02F-0ACD-4339-A75B-8603B0E0CE3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205EE95-5C39-4306-BCE1-DEC15EF1B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0F79E88F-F032-4489-B1F6-D566D7067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384769-9FFF-4ABB-A0C9-9BB2275ABA66}"/>
              </a:ext>
            </a:extLst>
          </p:cNvPr>
          <p:cNvSpPr>
            <a:spLocks noGrp="1"/>
          </p:cNvSpPr>
          <p:nvPr>
            <p:ph type="dt" sz="half" idx="10"/>
          </p:nvPr>
        </p:nvSpPr>
        <p:spPr/>
        <p:txBody>
          <a:bodyPr/>
          <a:lstStyle/>
          <a:p>
            <a:r>
              <a:rPr kumimoji="1" lang="en-US" altLang="ja-JP"/>
              <a:t>Day4</a:t>
            </a:r>
            <a:endParaRPr kumimoji="1" lang="ja-JP" altLang="en-US"/>
          </a:p>
        </p:txBody>
      </p:sp>
      <p:sp>
        <p:nvSpPr>
          <p:cNvPr id="7" name="スライド番号プレースホルダー 6">
            <a:extLst>
              <a:ext uri="{FF2B5EF4-FFF2-40B4-BE49-F238E27FC236}">
                <a16:creationId xmlns:a16="http://schemas.microsoft.com/office/drawing/2014/main" id="{819AC5CA-ADF8-4B9A-A407-0A3FC6B56E6C}"/>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179517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608E9B60-6531-4AE1-87CF-F0CE6851DB63}"/>
              </a:ext>
            </a:extLst>
          </p:cNvPr>
          <p:cNvSpPr>
            <a:spLocks noGrp="1"/>
          </p:cNvSpPr>
          <p:nvPr>
            <p:ph type="ftr" sz="quarter" idx="11"/>
          </p:nvPr>
        </p:nvSpPr>
        <p:spPr/>
        <p:txBody>
          <a:bodyPr/>
          <a:lstStyle/>
          <a:p>
            <a:r>
              <a:rPr kumimoji="1" lang="ja-JP" altLang="en-US"/>
              <a:t>情報科学ｃ</a:t>
            </a:r>
          </a:p>
        </p:txBody>
      </p:sp>
      <p:sp>
        <p:nvSpPr>
          <p:cNvPr id="2" name="タイトル 1">
            <a:extLst>
              <a:ext uri="{FF2B5EF4-FFF2-40B4-BE49-F238E27FC236}">
                <a16:creationId xmlns:a16="http://schemas.microsoft.com/office/drawing/2014/main" id="{49ABC920-F3A4-4B0A-8A1D-8D79027EBB7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B12F9F-2130-47A7-A03E-1928F4E40EF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3A3FBC-7F96-4247-B1F2-82C0093CF725}"/>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5F5CFDA1-7F5E-4F67-9B7F-AC642ECDDCB6}"/>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122182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0AED7633-53D5-4CD9-B1F6-6F6F676EECA0}"/>
              </a:ext>
            </a:extLst>
          </p:cNvPr>
          <p:cNvSpPr>
            <a:spLocks noGrp="1"/>
          </p:cNvSpPr>
          <p:nvPr>
            <p:ph type="ftr" sz="quarter" idx="11"/>
          </p:nvPr>
        </p:nvSpPr>
        <p:spPr/>
        <p:txBody>
          <a:bodyPr/>
          <a:lstStyle/>
          <a:p>
            <a:r>
              <a:rPr kumimoji="1" lang="ja-JP" altLang="en-US"/>
              <a:t>情報科学ｃ</a:t>
            </a:r>
          </a:p>
        </p:txBody>
      </p:sp>
      <p:sp>
        <p:nvSpPr>
          <p:cNvPr id="2" name="縦書きタイトル 1">
            <a:extLst>
              <a:ext uri="{FF2B5EF4-FFF2-40B4-BE49-F238E27FC236}">
                <a16:creationId xmlns:a16="http://schemas.microsoft.com/office/drawing/2014/main" id="{7C20FCA0-11BB-42EE-BB70-BEC254BB033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2533B9-976C-4790-A744-E491A4D8092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344A12-C401-4D53-85D8-3F870823DA79}"/>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FF00D075-5891-480B-83A9-24F20CD1C623}"/>
              </a:ext>
            </a:extLst>
          </p:cNvPr>
          <p:cNvSpPr>
            <a:spLocks noGrp="1"/>
          </p:cNvSpPr>
          <p:nvPr>
            <p:ph type="sldNum" sz="quarter" idx="12"/>
          </p:nvPr>
        </p:nvSpPr>
        <p:spPr/>
        <p:txBody>
          <a:bodyPr/>
          <a:lstStyle/>
          <a:p>
            <a:fld id="{B4DA0251-0B3B-4C1C-96DC-5D2833458AB2}" type="slidenum">
              <a:rPr kumimoji="1" lang="ja-JP" altLang="en-US" smtClean="0"/>
              <a:t>‹#›</a:t>
            </a:fld>
            <a:endParaRPr kumimoji="1" lang="ja-JP" altLang="en-US"/>
          </a:p>
        </p:txBody>
      </p:sp>
    </p:spTree>
    <p:extLst>
      <p:ext uri="{BB962C8B-B14F-4D97-AF65-F5344CB8AC3E}">
        <p14:creationId xmlns:p14="http://schemas.microsoft.com/office/powerpoint/2010/main" val="397191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0E47F28-DF72-47BF-B95C-73F8BC6F067A}"/>
              </a:ext>
            </a:extLst>
          </p:cNvPr>
          <p:cNvSpPr/>
          <p:nvPr userDrawn="1"/>
        </p:nvSpPr>
        <p:spPr>
          <a:xfrm>
            <a:off x="410960" y="410960"/>
            <a:ext cx="4171308" cy="6036080"/>
          </a:xfrm>
          <a:prstGeom prst="roundRect">
            <a:avLst>
              <a:gd name="adj" fmla="val 31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47F3A06-B3E9-484B-AA0D-25C8CD8D5706}"/>
              </a:ext>
            </a:extLst>
          </p:cNvPr>
          <p:cNvSpPr>
            <a:spLocks noGrp="1"/>
          </p:cNvSpPr>
          <p:nvPr>
            <p:ph type="ctrTitle"/>
          </p:nvPr>
        </p:nvSpPr>
        <p:spPr>
          <a:xfrm>
            <a:off x="410960" y="410960"/>
            <a:ext cx="4171308" cy="2387600"/>
          </a:xfrm>
        </p:spPr>
        <p:txBody>
          <a:bodyPr lIns="432000" anchor="b">
            <a:noAutofit/>
          </a:bodyPr>
          <a:lstStyle>
            <a:lvl1pPr algn="l">
              <a:defRPr sz="7000">
                <a:solidFill>
                  <a:schemeClr val="bg2"/>
                </a:solidFill>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2A34F182-B301-4833-B201-025D8A7B9C5E}"/>
              </a:ext>
            </a:extLst>
          </p:cNvPr>
          <p:cNvSpPr>
            <a:spLocks noGrp="1"/>
          </p:cNvSpPr>
          <p:nvPr>
            <p:ph type="subTitle" idx="1"/>
          </p:nvPr>
        </p:nvSpPr>
        <p:spPr>
          <a:xfrm>
            <a:off x="410960" y="3602038"/>
            <a:ext cx="4170362" cy="733198"/>
          </a:xfrm>
        </p:spPr>
        <p:txBody>
          <a:bodyPr lIns="432000"/>
          <a:lstStyle>
            <a:lvl1pPr marL="0" indent="0" algn="l">
              <a:buNone/>
              <a:defRPr sz="2400">
                <a:solidFill>
                  <a:schemeClr val="bg2"/>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プレースホルダー 9">
            <a:extLst>
              <a:ext uri="{FF2B5EF4-FFF2-40B4-BE49-F238E27FC236}">
                <a16:creationId xmlns:a16="http://schemas.microsoft.com/office/drawing/2014/main" id="{5006FDE5-FCBF-4411-9C4A-446459574567}"/>
              </a:ext>
            </a:extLst>
          </p:cNvPr>
          <p:cNvSpPr>
            <a:spLocks noGrp="1"/>
          </p:cNvSpPr>
          <p:nvPr>
            <p:ph type="body" sz="quarter" idx="10"/>
          </p:nvPr>
        </p:nvSpPr>
        <p:spPr>
          <a:xfrm>
            <a:off x="411163" y="2798763"/>
            <a:ext cx="4170362" cy="808037"/>
          </a:xfrm>
        </p:spPr>
        <p:txBody>
          <a:bodyPr lIns="432000" anchor="ctr" anchorCtr="0">
            <a:normAutofit/>
          </a:bodyPr>
          <a:lstStyle>
            <a:lvl1pPr marL="0" indent="0" algn="l">
              <a:buNone/>
              <a:defRPr sz="1400">
                <a:solidFill>
                  <a:schemeClr val="bg2"/>
                </a:solidFill>
                <a:latin typeface="+mj-ea"/>
                <a:ea typeface="+mj-ea"/>
              </a:defRPr>
            </a:lvl1pPr>
          </a:lstStyle>
          <a:p>
            <a:pPr lvl="0"/>
            <a:endParaRPr kumimoji="1" lang="ja-JP" altLang="en-US" dirty="0"/>
          </a:p>
        </p:txBody>
      </p:sp>
      <p:sp>
        <p:nvSpPr>
          <p:cNvPr id="14" name="テキスト プレースホルダー 13">
            <a:extLst>
              <a:ext uri="{FF2B5EF4-FFF2-40B4-BE49-F238E27FC236}">
                <a16:creationId xmlns:a16="http://schemas.microsoft.com/office/drawing/2014/main" id="{756E6855-DE3B-4846-BF01-2C9E089E9986}"/>
              </a:ext>
            </a:extLst>
          </p:cNvPr>
          <p:cNvSpPr>
            <a:spLocks noGrp="1"/>
          </p:cNvSpPr>
          <p:nvPr>
            <p:ph type="body" sz="quarter" idx="11"/>
          </p:nvPr>
        </p:nvSpPr>
        <p:spPr>
          <a:xfrm>
            <a:off x="2654074" y="836387"/>
            <a:ext cx="1927248" cy="971550"/>
          </a:xfrm>
        </p:spPr>
        <p:txBody>
          <a:bodyPr rIns="432000">
            <a:normAutofit/>
          </a:bodyPr>
          <a:lstStyle>
            <a:lvl1pPr marL="0" indent="0" algn="r">
              <a:buNone/>
              <a:defRPr lang="fr-FR" altLang="ja-JP" sz="1600" b="0" i="0" smtClean="0">
                <a:solidFill>
                  <a:schemeClr val="bg2"/>
                </a:solidFill>
                <a:effectLst/>
              </a:defRPr>
            </a:lvl1pPr>
          </a:lstStyle>
          <a:p>
            <a:pPr lvl="0"/>
            <a:endParaRPr kumimoji="1" lang="ja-JP" altLang="en-US" dirty="0"/>
          </a:p>
        </p:txBody>
      </p:sp>
      <p:sp>
        <p:nvSpPr>
          <p:cNvPr id="15" name="テキスト プレースホルダー 13">
            <a:extLst>
              <a:ext uri="{FF2B5EF4-FFF2-40B4-BE49-F238E27FC236}">
                <a16:creationId xmlns:a16="http://schemas.microsoft.com/office/drawing/2014/main" id="{7E3360AC-1BFC-4F0A-8095-C5D5EB8EB087}"/>
              </a:ext>
            </a:extLst>
          </p:cNvPr>
          <p:cNvSpPr>
            <a:spLocks noGrp="1"/>
          </p:cNvSpPr>
          <p:nvPr>
            <p:ph type="body" sz="quarter" idx="12"/>
          </p:nvPr>
        </p:nvSpPr>
        <p:spPr>
          <a:xfrm>
            <a:off x="410960" y="5571316"/>
            <a:ext cx="4170362" cy="252383"/>
          </a:xfrm>
        </p:spPr>
        <p:txBody>
          <a:bodyPr rIns="720000">
            <a:noAutofit/>
          </a:bodyPr>
          <a:lstStyle>
            <a:lvl1pPr marL="0" indent="0" algn="r">
              <a:buNone/>
              <a:defRPr lang="fr-FR" altLang="ja-JP" sz="1600" b="0" i="0" smtClean="0">
                <a:solidFill>
                  <a:schemeClr val="bg2"/>
                </a:solidFill>
                <a:effectLst/>
              </a:defRPr>
            </a:lvl1pPr>
          </a:lstStyle>
          <a:p>
            <a:pPr lvl="0"/>
            <a:endParaRPr kumimoji="1" lang="ja-JP" altLang="en-US" dirty="0"/>
          </a:p>
        </p:txBody>
      </p:sp>
      <p:pic>
        <p:nvPicPr>
          <p:cNvPr id="17" name="グラフィックス 16" descr="月毎カレンダー">
            <a:extLst>
              <a:ext uri="{FF2B5EF4-FFF2-40B4-BE49-F238E27FC236}">
                <a16:creationId xmlns:a16="http://schemas.microsoft.com/office/drawing/2014/main" id="{5E31A6FF-0DE5-4C60-8E3B-463C3FE8456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15846" y="5559521"/>
            <a:ext cx="252382" cy="252382"/>
          </a:xfrm>
          <a:prstGeom prst="rect">
            <a:avLst/>
          </a:prstGeom>
        </p:spPr>
      </p:pic>
      <p:pic>
        <p:nvPicPr>
          <p:cNvPr id="19" name="グラフィックス 18" descr="時計">
            <a:extLst>
              <a:ext uri="{FF2B5EF4-FFF2-40B4-BE49-F238E27FC236}">
                <a16:creationId xmlns:a16="http://schemas.microsoft.com/office/drawing/2014/main" id="{28888EC0-9C0C-4605-B734-4E086ECBDC0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5846" y="5899863"/>
            <a:ext cx="264178" cy="264178"/>
          </a:xfrm>
          <a:prstGeom prst="rect">
            <a:avLst/>
          </a:prstGeom>
        </p:spPr>
      </p:pic>
      <p:sp>
        <p:nvSpPr>
          <p:cNvPr id="21" name="テキスト プレースホルダー 13">
            <a:extLst>
              <a:ext uri="{FF2B5EF4-FFF2-40B4-BE49-F238E27FC236}">
                <a16:creationId xmlns:a16="http://schemas.microsoft.com/office/drawing/2014/main" id="{A6FE1081-74EF-4DCD-9B6B-58AE4184E2F4}"/>
              </a:ext>
            </a:extLst>
          </p:cNvPr>
          <p:cNvSpPr>
            <a:spLocks noGrp="1"/>
          </p:cNvSpPr>
          <p:nvPr>
            <p:ph type="body" sz="quarter" idx="13"/>
          </p:nvPr>
        </p:nvSpPr>
        <p:spPr>
          <a:xfrm>
            <a:off x="410960" y="5911658"/>
            <a:ext cx="4170362" cy="252383"/>
          </a:xfrm>
        </p:spPr>
        <p:txBody>
          <a:bodyPr rIns="720000">
            <a:noAutofit/>
          </a:bodyPr>
          <a:lstStyle>
            <a:lvl1pPr marL="0" indent="0" algn="r">
              <a:buNone/>
              <a:defRPr lang="fr-FR" altLang="ja-JP" sz="1600" b="0" i="0" smtClean="0">
                <a:solidFill>
                  <a:schemeClr val="bg2"/>
                </a:solidFill>
                <a:effectLst/>
              </a:defRPr>
            </a:lvl1pPr>
          </a:lstStyle>
          <a:p>
            <a:pPr lvl="0"/>
            <a:endParaRPr kumimoji="1" lang="ja-JP" altLang="en-US" dirty="0"/>
          </a:p>
        </p:txBody>
      </p:sp>
    </p:spTree>
    <p:extLst>
      <p:ext uri="{BB962C8B-B14F-4D97-AF65-F5344CB8AC3E}">
        <p14:creationId xmlns:p14="http://schemas.microsoft.com/office/powerpoint/2010/main" val="185204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0F0"/>
        </a:solidFill>
        <a:effectLst/>
      </p:bgPr>
    </p:bg>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CEA4DF46-83CA-4961-801C-3A24B88A31B8}"/>
              </a:ext>
            </a:extLst>
          </p:cNvPr>
          <p:cNvSpPr>
            <a:spLocks noGrp="1"/>
          </p:cNvSpPr>
          <p:nvPr>
            <p:ph type="ftr" sz="quarter" idx="3"/>
          </p:nvPr>
        </p:nvSpPr>
        <p:spPr>
          <a:xfrm>
            <a:off x="0" y="0"/>
            <a:ext cx="838200" cy="6858000"/>
          </a:xfrm>
          <a:prstGeom prst="rect">
            <a:avLst/>
          </a:prstGeom>
          <a:solidFill>
            <a:schemeClr val="tx2"/>
          </a:solidFill>
        </p:spPr>
        <p:txBody>
          <a:bodyPr vert="eaVert" lIns="91440" tIns="45720" rIns="91440" bIns="45720" rtlCol="0" anchor="ctr" anchorCtr="1"/>
          <a:lstStyle>
            <a:lvl1pPr algn="ctr">
              <a:defRPr sz="4800">
                <a:solidFill>
                  <a:schemeClr val="bg2"/>
                </a:solidFill>
                <a:latin typeface="+mj-ea"/>
                <a:ea typeface="+mj-ea"/>
              </a:defRPr>
            </a:lvl1pPr>
          </a:lstStyle>
          <a:p>
            <a:r>
              <a:rPr lang="ja-JP" altLang="en-US"/>
              <a:t>情報科学ｃ</a:t>
            </a:r>
            <a:endParaRPr lang="ja-JP" altLang="en-US" dirty="0"/>
          </a:p>
        </p:txBody>
      </p:sp>
      <p:sp>
        <p:nvSpPr>
          <p:cNvPr id="2" name="タイトル プレースホルダー 1">
            <a:extLst>
              <a:ext uri="{FF2B5EF4-FFF2-40B4-BE49-F238E27FC236}">
                <a16:creationId xmlns:a16="http://schemas.microsoft.com/office/drawing/2014/main" id="{3B023398-9735-40FB-A1FF-7FF9FE1B5C88}"/>
              </a:ext>
            </a:extLst>
          </p:cNvPr>
          <p:cNvSpPr>
            <a:spLocks noGrp="1"/>
          </p:cNvSpPr>
          <p:nvPr>
            <p:ph type="title"/>
          </p:nvPr>
        </p:nvSpPr>
        <p:spPr>
          <a:xfrm>
            <a:off x="1355270" y="365125"/>
            <a:ext cx="9998529"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442B6D4-B4E5-4551-8273-E90163480385}"/>
              </a:ext>
            </a:extLst>
          </p:cNvPr>
          <p:cNvSpPr>
            <a:spLocks noGrp="1"/>
          </p:cNvSpPr>
          <p:nvPr>
            <p:ph type="body" idx="1"/>
          </p:nvPr>
        </p:nvSpPr>
        <p:spPr>
          <a:xfrm>
            <a:off x="1355270" y="1825625"/>
            <a:ext cx="999853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915E206F-13E2-416D-8551-770892109DE8}"/>
              </a:ext>
            </a:extLst>
          </p:cNvPr>
          <p:cNvSpPr>
            <a:spLocks noGrp="1"/>
          </p:cNvSpPr>
          <p:nvPr>
            <p:ph type="dt" sz="half" idx="2"/>
          </p:nvPr>
        </p:nvSpPr>
        <p:spPr>
          <a:xfrm>
            <a:off x="0" y="5811838"/>
            <a:ext cx="838200" cy="365125"/>
          </a:xfrm>
          <a:prstGeom prst="rect">
            <a:avLst/>
          </a:prstGeom>
          <a:solidFill>
            <a:schemeClr val="bg2"/>
          </a:solidFill>
        </p:spPr>
        <p:txBody>
          <a:bodyPr vert="horz" lIns="91440" tIns="45720" rIns="91440" bIns="45720" rtlCol="0" anchor="ctr" anchorCtr="1"/>
          <a:lstStyle>
            <a:lvl1pPr algn="l">
              <a:defRPr sz="1600">
                <a:solidFill>
                  <a:schemeClr val="tx2"/>
                </a:solidFill>
                <a:latin typeface="+mj-lt"/>
              </a:defRPr>
            </a:lvl1pPr>
          </a:lstStyle>
          <a:p>
            <a:r>
              <a:rPr lang="en-US" altLang="ja-JP"/>
              <a:t>Day4</a:t>
            </a:r>
            <a:endParaRPr lang="ja-JP" altLang="en-US" dirty="0"/>
          </a:p>
        </p:txBody>
      </p:sp>
      <p:sp>
        <p:nvSpPr>
          <p:cNvPr id="6" name="スライド番号プレースホルダー 5">
            <a:extLst>
              <a:ext uri="{FF2B5EF4-FFF2-40B4-BE49-F238E27FC236}">
                <a16:creationId xmlns:a16="http://schemas.microsoft.com/office/drawing/2014/main" id="{187E8EED-E703-4D93-9948-8F9A5AACE36B}"/>
              </a:ext>
            </a:extLst>
          </p:cNvPr>
          <p:cNvSpPr>
            <a:spLocks noGrp="1"/>
          </p:cNvSpPr>
          <p:nvPr>
            <p:ph type="sldNum" sz="quarter" idx="4"/>
          </p:nvPr>
        </p:nvSpPr>
        <p:spPr>
          <a:xfrm>
            <a:off x="0" y="6176963"/>
            <a:ext cx="838200" cy="681037"/>
          </a:xfrm>
          <a:prstGeom prst="rect">
            <a:avLst/>
          </a:prstGeom>
        </p:spPr>
        <p:txBody>
          <a:bodyPr vert="horz" lIns="91440" tIns="45720" rIns="91440" bIns="45720" rtlCol="0" anchor="ctr" anchorCtr="1"/>
          <a:lstStyle>
            <a:lvl1pPr algn="r">
              <a:defRPr sz="2000">
                <a:solidFill>
                  <a:schemeClr val="bg2"/>
                </a:solidFill>
                <a:latin typeface="+mj-ea"/>
                <a:ea typeface="+mj-ea"/>
              </a:defRPr>
            </a:lvl1pPr>
          </a:lstStyle>
          <a:p>
            <a:fld id="{B4DA0251-0B3B-4C1C-96DC-5D2833458AB2}" type="slidenum">
              <a:rPr lang="ja-JP" altLang="en-US" smtClean="0"/>
              <a:pPr/>
              <a:t>‹#›</a:t>
            </a:fld>
            <a:endParaRPr lang="ja-JP" altLang="en-US" dirty="0"/>
          </a:p>
        </p:txBody>
      </p:sp>
    </p:spTree>
    <p:extLst>
      <p:ext uri="{BB962C8B-B14F-4D97-AF65-F5344CB8AC3E}">
        <p14:creationId xmlns:p14="http://schemas.microsoft.com/office/powerpoint/2010/main" val="748388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DFE74A-92E8-4E4E-AF1C-A28EB01DDFB7}"/>
              </a:ext>
            </a:extLst>
          </p:cNvPr>
          <p:cNvSpPr>
            <a:spLocks noGrp="1"/>
          </p:cNvSpPr>
          <p:nvPr>
            <p:ph type="ctrTitle"/>
          </p:nvPr>
        </p:nvSpPr>
        <p:spPr/>
        <p:txBody>
          <a:bodyPr/>
          <a:lstStyle/>
          <a:p>
            <a:r>
              <a:rPr kumimoji="1" lang="ja-JP" altLang="en-US" dirty="0"/>
              <a:t>情報</a:t>
            </a:r>
            <a:br>
              <a:rPr kumimoji="1" lang="ja-JP" altLang="en-US" dirty="0"/>
            </a:br>
            <a:r>
              <a:rPr kumimoji="1" lang="ja-JP" altLang="en-US" dirty="0"/>
              <a:t>科学ｅ</a:t>
            </a:r>
          </a:p>
        </p:txBody>
      </p:sp>
      <p:sp>
        <p:nvSpPr>
          <p:cNvPr id="3" name="字幕 2">
            <a:extLst>
              <a:ext uri="{FF2B5EF4-FFF2-40B4-BE49-F238E27FC236}">
                <a16:creationId xmlns:a16="http://schemas.microsoft.com/office/drawing/2014/main" id="{4BFF62C0-83E8-4BAB-B39E-0A7A68E393EE}"/>
              </a:ext>
            </a:extLst>
          </p:cNvPr>
          <p:cNvSpPr>
            <a:spLocks noGrp="1"/>
          </p:cNvSpPr>
          <p:nvPr>
            <p:ph type="subTitle" idx="1"/>
          </p:nvPr>
        </p:nvSpPr>
        <p:spPr/>
        <p:txBody>
          <a:bodyPr>
            <a:normAutofit/>
          </a:bodyPr>
          <a:lstStyle/>
          <a:p>
            <a:r>
              <a:rPr kumimoji="1" lang="ja-JP" altLang="en-US" sz="3300" dirty="0"/>
              <a:t>横山昌平</a:t>
            </a:r>
          </a:p>
        </p:txBody>
      </p:sp>
      <p:sp>
        <p:nvSpPr>
          <p:cNvPr id="4" name="テキスト プレースホルダー 3">
            <a:extLst>
              <a:ext uri="{FF2B5EF4-FFF2-40B4-BE49-F238E27FC236}">
                <a16:creationId xmlns:a16="http://schemas.microsoft.com/office/drawing/2014/main" id="{74E7356E-CCD3-482D-B0A7-45E57E7C835B}"/>
              </a:ext>
            </a:extLst>
          </p:cNvPr>
          <p:cNvSpPr>
            <a:spLocks noGrp="1"/>
          </p:cNvSpPr>
          <p:nvPr>
            <p:ph type="body" sz="quarter" idx="10"/>
          </p:nvPr>
        </p:nvSpPr>
        <p:spPr/>
        <p:txBody>
          <a:bodyPr>
            <a:normAutofit/>
          </a:bodyPr>
          <a:lstStyle/>
          <a:p>
            <a:r>
              <a:rPr kumimoji="1" lang="en-US" altLang="ja-JP" sz="1550" dirty="0"/>
              <a:t>Computer Science </a:t>
            </a:r>
            <a:r>
              <a:rPr kumimoji="1" lang="ja-JP" altLang="en-US" sz="1550" dirty="0"/>
              <a:t>ｅ</a:t>
            </a:r>
          </a:p>
        </p:txBody>
      </p:sp>
      <p:sp>
        <p:nvSpPr>
          <p:cNvPr id="5" name="テキスト プレースホルダー 4">
            <a:extLst>
              <a:ext uri="{FF2B5EF4-FFF2-40B4-BE49-F238E27FC236}">
                <a16:creationId xmlns:a16="http://schemas.microsoft.com/office/drawing/2014/main" id="{2EFD8162-4AA4-485E-A91A-6B1886208AC1}"/>
              </a:ext>
            </a:extLst>
          </p:cNvPr>
          <p:cNvSpPr>
            <a:spLocks noGrp="1"/>
          </p:cNvSpPr>
          <p:nvPr>
            <p:ph type="body" sz="quarter" idx="11"/>
          </p:nvPr>
        </p:nvSpPr>
        <p:spPr/>
        <p:txBody>
          <a:bodyPr>
            <a:normAutofit/>
          </a:bodyPr>
          <a:lstStyle/>
          <a:p>
            <a:pPr>
              <a:lnSpc>
                <a:spcPts val="1600"/>
              </a:lnSpc>
            </a:pPr>
            <a:r>
              <a:rPr kumimoji="1" lang="en-US" altLang="ja-JP" dirty="0"/>
              <a:t>LG080A01</a:t>
            </a:r>
          </a:p>
        </p:txBody>
      </p:sp>
      <p:sp>
        <p:nvSpPr>
          <p:cNvPr id="6" name="テキスト プレースホルダー 5">
            <a:extLst>
              <a:ext uri="{FF2B5EF4-FFF2-40B4-BE49-F238E27FC236}">
                <a16:creationId xmlns:a16="http://schemas.microsoft.com/office/drawing/2014/main" id="{0B8957ED-CA55-49F7-84D2-0D8EE491D667}"/>
              </a:ext>
            </a:extLst>
          </p:cNvPr>
          <p:cNvSpPr>
            <a:spLocks noGrp="1"/>
          </p:cNvSpPr>
          <p:nvPr>
            <p:ph type="body" sz="quarter" idx="12"/>
          </p:nvPr>
        </p:nvSpPr>
        <p:spPr/>
        <p:txBody>
          <a:bodyPr>
            <a:noAutofit/>
          </a:bodyPr>
          <a:lstStyle/>
          <a:p>
            <a:r>
              <a:rPr lang="ja-JP" altLang="en-US" dirty="0"/>
              <a:t>第１ターム</a:t>
            </a:r>
            <a:r>
              <a:rPr kumimoji="1" lang="ja-JP" altLang="en-US" dirty="0"/>
              <a:t>・水曜日</a:t>
            </a:r>
          </a:p>
        </p:txBody>
      </p:sp>
      <p:sp>
        <p:nvSpPr>
          <p:cNvPr id="7" name="テキスト プレースホルダー 6">
            <a:extLst>
              <a:ext uri="{FF2B5EF4-FFF2-40B4-BE49-F238E27FC236}">
                <a16:creationId xmlns:a16="http://schemas.microsoft.com/office/drawing/2014/main" id="{E0E9AF57-5F2F-46AF-BC5E-4847C5465F91}"/>
              </a:ext>
            </a:extLst>
          </p:cNvPr>
          <p:cNvSpPr>
            <a:spLocks noGrp="1"/>
          </p:cNvSpPr>
          <p:nvPr>
            <p:ph type="body" sz="quarter" idx="13"/>
          </p:nvPr>
        </p:nvSpPr>
        <p:spPr/>
        <p:txBody>
          <a:bodyPr>
            <a:noAutofit/>
          </a:bodyPr>
          <a:lstStyle/>
          <a:p>
            <a:r>
              <a:rPr kumimoji="1" lang="ja-JP" altLang="en-US" dirty="0"/>
              <a:t>五時限目</a:t>
            </a:r>
          </a:p>
        </p:txBody>
      </p:sp>
    </p:spTree>
    <p:extLst>
      <p:ext uri="{BB962C8B-B14F-4D97-AF65-F5344CB8AC3E}">
        <p14:creationId xmlns:p14="http://schemas.microsoft.com/office/powerpoint/2010/main" val="2614396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28875D5-3151-4F32-B162-8E5885CCE33E}"/>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ADDAA8EA-7FBB-4F2E-91EB-63E6329C1EE5}"/>
              </a:ext>
            </a:extLst>
          </p:cNvPr>
          <p:cNvSpPr>
            <a:spLocks noGrp="1"/>
          </p:cNvSpPr>
          <p:nvPr>
            <p:ph type="title"/>
          </p:nvPr>
        </p:nvSpPr>
        <p:spPr/>
        <p:txBody>
          <a:bodyPr/>
          <a:lstStyle/>
          <a:p>
            <a:r>
              <a:rPr lang="en-US" altLang="ja-JP" dirty="0"/>
              <a:t>2025</a:t>
            </a:r>
            <a:r>
              <a:rPr lang="ja-JP" altLang="en-US" dirty="0"/>
              <a:t>年度 講義日程</a:t>
            </a:r>
            <a:endParaRPr kumimoji="1" lang="ja-JP" altLang="en-US" dirty="0"/>
          </a:p>
        </p:txBody>
      </p:sp>
      <p:graphicFrame>
        <p:nvGraphicFramePr>
          <p:cNvPr id="11" name="表 11">
            <a:extLst>
              <a:ext uri="{FF2B5EF4-FFF2-40B4-BE49-F238E27FC236}">
                <a16:creationId xmlns:a16="http://schemas.microsoft.com/office/drawing/2014/main" id="{B9D9CDA9-57A4-4499-80A3-E4FDBFD7FF4F}"/>
              </a:ext>
            </a:extLst>
          </p:cNvPr>
          <p:cNvGraphicFramePr>
            <a:graphicFrameLocks noGrp="1"/>
          </p:cNvGraphicFramePr>
          <p:nvPr>
            <p:ph idx="1"/>
            <p:extLst>
              <p:ext uri="{D42A27DB-BD31-4B8C-83A1-F6EECF244321}">
                <p14:modId xmlns:p14="http://schemas.microsoft.com/office/powerpoint/2010/main" val="2646351245"/>
              </p:ext>
            </p:extLst>
          </p:nvPr>
        </p:nvGraphicFramePr>
        <p:xfrm>
          <a:off x="1047699" y="1690688"/>
          <a:ext cx="10306101" cy="3708400"/>
        </p:xfrm>
        <a:graphic>
          <a:graphicData uri="http://schemas.openxmlformats.org/drawingml/2006/table">
            <a:tbl>
              <a:tblPr firstRow="1" bandRow="1">
                <a:tableStyleId>{1FECB4D8-DB02-4DC6-A0A2-4F2EBAE1DC90}</a:tableStyleId>
              </a:tblPr>
              <a:tblGrid>
                <a:gridCol w="781655">
                  <a:extLst>
                    <a:ext uri="{9D8B030D-6E8A-4147-A177-3AD203B41FA5}">
                      <a16:colId xmlns:a16="http://schemas.microsoft.com/office/drawing/2014/main" val="2758299451"/>
                    </a:ext>
                  </a:extLst>
                </a:gridCol>
                <a:gridCol w="724650">
                  <a:extLst>
                    <a:ext uri="{9D8B030D-6E8A-4147-A177-3AD203B41FA5}">
                      <a16:colId xmlns:a16="http://schemas.microsoft.com/office/drawing/2014/main" val="308317790"/>
                    </a:ext>
                  </a:extLst>
                </a:gridCol>
                <a:gridCol w="4274025">
                  <a:extLst>
                    <a:ext uri="{9D8B030D-6E8A-4147-A177-3AD203B41FA5}">
                      <a16:colId xmlns:a16="http://schemas.microsoft.com/office/drawing/2014/main" val="348952505"/>
                    </a:ext>
                  </a:extLst>
                </a:gridCol>
                <a:gridCol w="4525771">
                  <a:extLst>
                    <a:ext uri="{9D8B030D-6E8A-4147-A177-3AD203B41FA5}">
                      <a16:colId xmlns:a16="http://schemas.microsoft.com/office/drawing/2014/main" val="2478483573"/>
                    </a:ext>
                  </a:extLst>
                </a:gridCol>
              </a:tblGrid>
              <a:tr h="370840">
                <a:tc>
                  <a:txBody>
                    <a:bodyPr/>
                    <a:lstStyle/>
                    <a:p>
                      <a:r>
                        <a:rPr kumimoji="1" lang="en-US" altLang="ja-JP" sz="1600" dirty="0"/>
                        <a:t>#</a:t>
                      </a:r>
                      <a:endParaRPr kumimoji="1" lang="ja-JP" altLang="en-US" sz="1600" dirty="0"/>
                    </a:p>
                  </a:txBody>
                  <a:tcPr/>
                </a:tc>
                <a:tc>
                  <a:txBody>
                    <a:bodyPr/>
                    <a:lstStyle/>
                    <a:p>
                      <a:r>
                        <a:rPr kumimoji="1" lang="ja-JP" altLang="en-US" sz="1600" dirty="0"/>
                        <a:t>日時</a:t>
                      </a:r>
                    </a:p>
                  </a:txBody>
                  <a:tcPr/>
                </a:tc>
                <a:tc>
                  <a:txBody>
                    <a:bodyPr/>
                    <a:lstStyle/>
                    <a:p>
                      <a:r>
                        <a:rPr kumimoji="1" lang="ja-JP" altLang="en-US" sz="1600" dirty="0"/>
                        <a:t>講義</a:t>
                      </a:r>
                      <a:r>
                        <a:rPr kumimoji="1" lang="en-US" altLang="ja-JP" sz="1600" dirty="0"/>
                        <a:t>(</a:t>
                      </a:r>
                      <a:r>
                        <a:rPr kumimoji="1" lang="ja-JP" altLang="en-US" sz="1600" dirty="0"/>
                        <a:t>演習</a:t>
                      </a:r>
                      <a:r>
                        <a:rPr kumimoji="1" lang="en-US" altLang="ja-JP" sz="1600" dirty="0"/>
                        <a:t>)</a:t>
                      </a:r>
                      <a:endParaRPr kumimoji="1" lang="ja-JP" altLang="en-US" sz="1600" dirty="0"/>
                    </a:p>
                  </a:txBody>
                  <a:tcPr/>
                </a:tc>
                <a:tc>
                  <a:txBody>
                    <a:bodyPr/>
                    <a:lstStyle/>
                    <a:p>
                      <a:r>
                        <a:rPr kumimoji="1" lang="ja-JP" altLang="en-US" sz="1600" dirty="0"/>
                        <a:t>宿題</a:t>
                      </a:r>
                      <a:r>
                        <a:rPr kumimoji="1" lang="en-US" altLang="ja-JP" sz="1600" dirty="0"/>
                        <a:t>(</a:t>
                      </a:r>
                      <a:r>
                        <a:rPr kumimoji="1" lang="ja-JP" altLang="en-US" sz="1600" dirty="0"/>
                        <a:t>予習</a:t>
                      </a:r>
                      <a:r>
                        <a:rPr kumimoji="1" lang="en-US" altLang="ja-JP" sz="1600" dirty="0"/>
                        <a:t>)</a:t>
                      </a:r>
                      <a:endParaRPr kumimoji="1" lang="ja-JP" altLang="en-US" sz="1600" dirty="0"/>
                    </a:p>
                  </a:txBody>
                  <a:tcPr/>
                </a:tc>
                <a:extLst>
                  <a:ext uri="{0D108BD9-81ED-4DB2-BD59-A6C34878D82A}">
                    <a16:rowId xmlns:a16="http://schemas.microsoft.com/office/drawing/2014/main" val="568392584"/>
                  </a:ext>
                </a:extLst>
              </a:tr>
              <a:tr h="370840">
                <a:tc>
                  <a:txBody>
                    <a:bodyPr/>
                    <a:lstStyle/>
                    <a:p>
                      <a:r>
                        <a:rPr kumimoji="1" lang="en-US" altLang="ja-JP" sz="1600" dirty="0"/>
                        <a:t>Day 1</a:t>
                      </a:r>
                      <a:endParaRPr kumimoji="1" lang="ja-JP" altLang="en-US" sz="1600" dirty="0"/>
                    </a:p>
                  </a:txBody>
                  <a:tcPr/>
                </a:tc>
                <a:tc>
                  <a:txBody>
                    <a:bodyPr/>
                    <a:lstStyle/>
                    <a:p>
                      <a:r>
                        <a:rPr kumimoji="1" lang="en-US" altLang="ja-JP" sz="1600" dirty="0"/>
                        <a:t>4/16</a:t>
                      </a:r>
                      <a:endParaRPr kumimoji="1" lang="ja-JP" altLang="en-US" sz="1600" dirty="0"/>
                    </a:p>
                  </a:txBody>
                  <a:tcPr/>
                </a:tc>
                <a:tc>
                  <a:txBody>
                    <a:bodyPr/>
                    <a:lstStyle/>
                    <a:p>
                      <a:r>
                        <a:rPr kumimoji="1" lang="ja-JP" altLang="en-US" sz="1600" dirty="0"/>
                        <a:t>ガイダンス＆</a:t>
                      </a:r>
                      <a:r>
                        <a:rPr kumimoji="1" lang="en-US" altLang="ja-JP" sz="1600" dirty="0"/>
                        <a:t>Google </a:t>
                      </a:r>
                      <a:r>
                        <a:rPr kumimoji="1" lang="en-US" altLang="ja-JP" sz="1600" dirty="0" err="1"/>
                        <a:t>Colab</a:t>
                      </a:r>
                      <a:r>
                        <a:rPr kumimoji="1" lang="ja-JP" altLang="en-US" sz="1600" dirty="0"/>
                        <a:t>に触ってみる</a:t>
                      </a:r>
                    </a:p>
                  </a:txBody>
                  <a:tcPr/>
                </a:tc>
                <a:tc>
                  <a:txBody>
                    <a:bodyPr/>
                    <a:lstStyle/>
                    <a:p>
                      <a:r>
                        <a:rPr kumimoji="1" lang="ja-JP" altLang="en-US" sz="1600" dirty="0"/>
                        <a:t>リテラル／データ構造</a:t>
                      </a:r>
                    </a:p>
                  </a:txBody>
                  <a:tcPr/>
                </a:tc>
                <a:extLst>
                  <a:ext uri="{0D108BD9-81ED-4DB2-BD59-A6C34878D82A}">
                    <a16:rowId xmlns:a16="http://schemas.microsoft.com/office/drawing/2014/main" val="755404994"/>
                  </a:ext>
                </a:extLst>
              </a:tr>
              <a:tr h="370840">
                <a:tc>
                  <a:txBody>
                    <a:bodyPr/>
                    <a:lstStyle/>
                    <a:p>
                      <a:r>
                        <a:rPr kumimoji="1" lang="en-US" altLang="ja-JP" sz="1600" dirty="0"/>
                        <a:t>Day 2</a:t>
                      </a:r>
                      <a:endParaRPr kumimoji="1" lang="ja-JP" altLang="en-US" sz="1600" dirty="0"/>
                    </a:p>
                  </a:txBody>
                  <a:tcPr/>
                </a:tc>
                <a:tc>
                  <a:txBody>
                    <a:bodyPr/>
                    <a:lstStyle/>
                    <a:p>
                      <a:r>
                        <a:rPr kumimoji="1" lang="en-US" altLang="ja-JP" sz="1600" dirty="0"/>
                        <a:t>4/23</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複雑なデータ構造作成</a:t>
                      </a:r>
                      <a:r>
                        <a:rPr kumimoji="1" lang="ja-JP" altLang="en-US" sz="1600" dirty="0">
                          <a:solidFill>
                            <a:schemeClr val="accent5"/>
                          </a:solidFill>
                        </a:rPr>
                        <a:t>演習</a:t>
                      </a:r>
                    </a:p>
                  </a:txBody>
                  <a:tcPr/>
                </a:tc>
                <a:tc>
                  <a:txBody>
                    <a:bodyPr/>
                    <a:lstStyle/>
                    <a:p>
                      <a:r>
                        <a:rPr kumimoji="1" lang="ja-JP" altLang="en-US" sz="1600" dirty="0"/>
                        <a:t>演算子／制御構文</a:t>
                      </a:r>
                    </a:p>
                  </a:txBody>
                  <a:tcPr/>
                </a:tc>
                <a:extLst>
                  <a:ext uri="{0D108BD9-81ED-4DB2-BD59-A6C34878D82A}">
                    <a16:rowId xmlns:a16="http://schemas.microsoft.com/office/drawing/2014/main" val="3991878661"/>
                  </a:ext>
                </a:extLst>
              </a:tr>
              <a:tr h="370840">
                <a:tc>
                  <a:txBody>
                    <a:bodyPr/>
                    <a:lstStyle/>
                    <a:p>
                      <a:r>
                        <a:rPr kumimoji="1" lang="en-US" altLang="ja-JP" sz="1600" dirty="0"/>
                        <a:t>Day 3</a:t>
                      </a:r>
                      <a:endParaRPr kumimoji="1" lang="ja-JP" altLang="en-US" sz="1600" dirty="0"/>
                    </a:p>
                  </a:txBody>
                  <a:tcPr/>
                </a:tc>
                <a:tc>
                  <a:txBody>
                    <a:bodyPr/>
                    <a:lstStyle/>
                    <a:p>
                      <a:r>
                        <a:rPr kumimoji="1" lang="en-US" altLang="ja-JP" sz="1600" dirty="0"/>
                        <a:t>4/30</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辞書型データの検索・ソート</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関数／ラムダ式／オブジェクト指向</a:t>
                      </a:r>
                    </a:p>
                  </a:txBody>
                  <a:tcPr/>
                </a:tc>
                <a:extLst>
                  <a:ext uri="{0D108BD9-81ED-4DB2-BD59-A6C34878D82A}">
                    <a16:rowId xmlns:a16="http://schemas.microsoft.com/office/drawing/2014/main" val="410328315"/>
                  </a:ext>
                </a:extLst>
              </a:tr>
              <a:tr h="370840">
                <a:tc>
                  <a:txBody>
                    <a:bodyPr/>
                    <a:lstStyle/>
                    <a:p>
                      <a:r>
                        <a:rPr kumimoji="1" lang="en-US" altLang="ja-JP" sz="1600" dirty="0"/>
                        <a:t>Day 4</a:t>
                      </a:r>
                      <a:endParaRPr kumimoji="1" lang="ja-JP" altLang="en-US" sz="1600" dirty="0"/>
                    </a:p>
                  </a:txBody>
                  <a:tcPr/>
                </a:tc>
                <a:tc>
                  <a:txBody>
                    <a:bodyPr/>
                    <a:lstStyle/>
                    <a:p>
                      <a:r>
                        <a:rPr kumimoji="1" lang="en-US" altLang="ja-JP" sz="1600" dirty="0"/>
                        <a:t>5/07</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継承と差分プログラミング</a:t>
                      </a:r>
                      <a:r>
                        <a:rPr kumimoji="1" lang="ja-JP" altLang="en-US" sz="1600" dirty="0">
                          <a:solidFill>
                            <a:schemeClr val="accent5"/>
                          </a:solidFill>
                        </a:rPr>
                        <a:t>演習</a:t>
                      </a:r>
                      <a:endParaRPr kumimoji="1" lang="ja-JP" altLang="en-US" sz="1600" dirty="0"/>
                    </a:p>
                  </a:txBody>
                  <a:tcPr/>
                </a:tc>
                <a:tc>
                  <a:txBody>
                    <a:bodyPr/>
                    <a:lstStyle/>
                    <a:p>
                      <a:r>
                        <a:rPr kumimoji="1" lang="ja-JP" altLang="en-US" sz="1600" dirty="0"/>
                        <a:t>数値処理</a:t>
                      </a:r>
                    </a:p>
                  </a:txBody>
                  <a:tcPr/>
                </a:tc>
                <a:extLst>
                  <a:ext uri="{0D108BD9-81ED-4DB2-BD59-A6C34878D82A}">
                    <a16:rowId xmlns:a16="http://schemas.microsoft.com/office/drawing/2014/main" val="2045023235"/>
                  </a:ext>
                </a:extLst>
              </a:tr>
              <a:tr h="370840">
                <a:tc>
                  <a:txBody>
                    <a:bodyPr/>
                    <a:lstStyle/>
                    <a:p>
                      <a:r>
                        <a:rPr kumimoji="1" lang="en-US" altLang="ja-JP" sz="1600" dirty="0"/>
                        <a:t>Day 5</a:t>
                      </a:r>
                      <a:endParaRPr kumimoji="1" lang="ja-JP" altLang="en-US" sz="1600" dirty="0"/>
                    </a:p>
                  </a:txBody>
                  <a:tcPr/>
                </a:tc>
                <a:tc>
                  <a:txBody>
                    <a:bodyPr/>
                    <a:lstStyle/>
                    <a:p>
                      <a:r>
                        <a:rPr kumimoji="1" lang="en-US" altLang="ja-JP" sz="1600" dirty="0"/>
                        <a:t>5/14</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数値処理</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可視化</a:t>
                      </a:r>
                    </a:p>
                  </a:txBody>
                  <a:tcPr/>
                </a:tc>
                <a:extLst>
                  <a:ext uri="{0D108BD9-81ED-4DB2-BD59-A6C34878D82A}">
                    <a16:rowId xmlns:a16="http://schemas.microsoft.com/office/drawing/2014/main" val="3353608907"/>
                  </a:ext>
                </a:extLst>
              </a:tr>
              <a:tr h="370840">
                <a:tc>
                  <a:txBody>
                    <a:bodyPr/>
                    <a:lstStyle/>
                    <a:p>
                      <a:r>
                        <a:rPr kumimoji="1" lang="en-US" altLang="ja-JP" sz="1600" dirty="0"/>
                        <a:t>Day 6</a:t>
                      </a:r>
                      <a:endParaRPr kumimoji="1" lang="ja-JP" altLang="en-US" sz="1600" dirty="0"/>
                    </a:p>
                  </a:txBody>
                  <a:tcPr/>
                </a:tc>
                <a:tc>
                  <a:txBody>
                    <a:bodyPr/>
                    <a:lstStyle/>
                    <a:p>
                      <a:r>
                        <a:rPr kumimoji="1" lang="en-US" altLang="ja-JP" sz="1600" dirty="0"/>
                        <a:t>5/21</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可視化</a:t>
                      </a:r>
                      <a:r>
                        <a:rPr kumimoji="1" lang="ja-JP" altLang="en-US" sz="1600" dirty="0">
                          <a:solidFill>
                            <a:schemeClr val="accent5"/>
                          </a:solidFill>
                        </a:rPr>
                        <a:t>演習</a:t>
                      </a:r>
                      <a:endParaRPr kumimoji="1" lang="ja-JP" altLang="en-US" sz="1600" dirty="0"/>
                    </a:p>
                  </a:txBody>
                  <a:tcPr/>
                </a:tc>
                <a:tc>
                  <a:txBody>
                    <a:bodyPr/>
                    <a:lstStyle/>
                    <a:p>
                      <a:r>
                        <a:rPr kumimoji="1" lang="ja-JP" altLang="en-US" sz="1600" dirty="0"/>
                        <a:t>機械学習</a:t>
                      </a:r>
                    </a:p>
                  </a:txBody>
                  <a:tcPr/>
                </a:tc>
                <a:extLst>
                  <a:ext uri="{0D108BD9-81ED-4DB2-BD59-A6C34878D82A}">
                    <a16:rowId xmlns:a16="http://schemas.microsoft.com/office/drawing/2014/main" val="2618132408"/>
                  </a:ext>
                </a:extLst>
              </a:tr>
              <a:tr h="370840">
                <a:tc>
                  <a:txBody>
                    <a:bodyPr/>
                    <a:lstStyle/>
                    <a:p>
                      <a:r>
                        <a:rPr kumimoji="1" lang="en-US" altLang="ja-JP" sz="1600" dirty="0"/>
                        <a:t>Day 7</a:t>
                      </a:r>
                      <a:endParaRPr kumimoji="1" lang="ja-JP" altLang="en-US" sz="1600" dirty="0"/>
                    </a:p>
                  </a:txBody>
                  <a:tcPr/>
                </a:tc>
                <a:tc>
                  <a:txBody>
                    <a:bodyPr/>
                    <a:lstStyle/>
                    <a:p>
                      <a:r>
                        <a:rPr kumimoji="1" lang="en-US" altLang="ja-JP" sz="1600" dirty="0"/>
                        <a:t>5/28</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機械学習</a:t>
                      </a:r>
                      <a:r>
                        <a:rPr kumimoji="1" lang="ja-JP" altLang="en-US" sz="1600" dirty="0">
                          <a:solidFill>
                            <a:schemeClr val="accent5"/>
                          </a:solidFill>
                        </a:rPr>
                        <a:t>演習</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ディープラーニング</a:t>
                      </a:r>
                      <a:endParaRPr kumimoji="1" lang="en-US" altLang="ja-JP" sz="1600" dirty="0"/>
                    </a:p>
                  </a:txBody>
                  <a:tcPr/>
                </a:tc>
                <a:extLst>
                  <a:ext uri="{0D108BD9-81ED-4DB2-BD59-A6C34878D82A}">
                    <a16:rowId xmlns:a16="http://schemas.microsoft.com/office/drawing/2014/main" val="2875750499"/>
                  </a:ext>
                </a:extLst>
              </a:tr>
              <a:tr h="370840">
                <a:tc>
                  <a:txBody>
                    <a:bodyPr/>
                    <a:lstStyle/>
                    <a:p>
                      <a:r>
                        <a:rPr kumimoji="1" lang="en-US" altLang="ja-JP" sz="1600" dirty="0"/>
                        <a:t>Day 8</a:t>
                      </a:r>
                      <a:endParaRPr kumimoji="1" lang="ja-JP" altLang="en-US" sz="1600" dirty="0"/>
                    </a:p>
                  </a:txBody>
                  <a:tcPr/>
                </a:tc>
                <a:tc>
                  <a:txBody>
                    <a:bodyPr/>
                    <a:lstStyle/>
                    <a:p>
                      <a:r>
                        <a:rPr kumimoji="1" lang="en-US" altLang="ja-JP" sz="1600" dirty="0"/>
                        <a:t>6/04</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ディープラーニング</a:t>
                      </a:r>
                      <a:r>
                        <a:rPr kumimoji="1" lang="ja-JP" altLang="en-US" sz="1600" dirty="0">
                          <a:solidFill>
                            <a:schemeClr val="accent5"/>
                          </a:solidFill>
                        </a:rPr>
                        <a:t>演習</a:t>
                      </a:r>
                      <a:endParaRPr kumimoji="1" lang="en-US" altLang="ja-JP"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t>
                      </a:r>
                      <a:r>
                        <a:rPr kumimoji="1" lang="ja-JP" altLang="en-US" sz="1600" dirty="0"/>
                        <a:t>生成</a:t>
                      </a:r>
                      <a:r>
                        <a:rPr kumimoji="1" lang="en-US" altLang="ja-JP" sz="1600" dirty="0"/>
                        <a:t>AI)</a:t>
                      </a:r>
                    </a:p>
                  </a:txBody>
                  <a:tcPr/>
                </a:tc>
                <a:extLst>
                  <a:ext uri="{0D108BD9-81ED-4DB2-BD59-A6C34878D82A}">
                    <a16:rowId xmlns:a16="http://schemas.microsoft.com/office/drawing/2014/main" val="3587770393"/>
                  </a:ext>
                </a:extLst>
              </a:tr>
              <a:tr h="370840">
                <a:tc>
                  <a:txBody>
                    <a:bodyPr/>
                    <a:lstStyle/>
                    <a:p>
                      <a:r>
                        <a:rPr kumimoji="1" lang="en-US" altLang="ja-JP" sz="1600" dirty="0"/>
                        <a:t>Day 9</a:t>
                      </a:r>
                      <a:endParaRPr kumimoji="1" lang="ja-JP" altLang="en-US" sz="1600" dirty="0"/>
                    </a:p>
                  </a:txBody>
                  <a:tcPr/>
                </a:tc>
                <a:tc>
                  <a:txBody>
                    <a:bodyPr/>
                    <a:lstStyle/>
                    <a:p>
                      <a:r>
                        <a:rPr kumimoji="1" lang="en-US" altLang="ja-JP" sz="1600" dirty="0"/>
                        <a:t>6/18</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t>
                      </a:r>
                      <a:r>
                        <a:rPr kumimoji="1" lang="ja-JP" altLang="en-US" sz="1600" dirty="0"/>
                        <a:t>生成</a:t>
                      </a:r>
                      <a:r>
                        <a:rPr kumimoji="1" lang="en-US" altLang="ja-JP" sz="1600" dirty="0"/>
                        <a:t>AI</a:t>
                      </a:r>
                      <a:r>
                        <a:rPr kumimoji="1" lang="ja-JP" altLang="en-US" sz="1600" dirty="0">
                          <a:solidFill>
                            <a:schemeClr val="accent5"/>
                          </a:solidFill>
                        </a:rPr>
                        <a:t>演習</a:t>
                      </a:r>
                      <a:r>
                        <a:rPr kumimoji="1" lang="en-US" altLang="ja-JP" sz="1600" dirty="0">
                          <a:solidFill>
                            <a:schemeClr val="tx1"/>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最終レポート</a:t>
                      </a:r>
                      <a:r>
                        <a:rPr kumimoji="1" lang="en-US" altLang="ja-JP" sz="1600" dirty="0"/>
                        <a:t>(</a:t>
                      </a:r>
                      <a:r>
                        <a:rPr kumimoji="1" lang="ja-JP" altLang="en-US" sz="1600" dirty="0"/>
                        <a:t>期限</a:t>
                      </a:r>
                      <a:r>
                        <a:rPr kumimoji="1" lang="en-US" altLang="ja-JP" sz="1600" dirty="0"/>
                        <a:t>6</a:t>
                      </a:r>
                      <a:r>
                        <a:rPr kumimoji="1" lang="ja-JP" altLang="en-US" sz="1600" dirty="0"/>
                        <a:t>月末</a:t>
                      </a:r>
                      <a:r>
                        <a:rPr kumimoji="1" lang="en-US" altLang="ja-JP" sz="1600" dirty="0"/>
                        <a:t>)</a:t>
                      </a:r>
                    </a:p>
                  </a:txBody>
                  <a:tcPr/>
                </a:tc>
                <a:extLst>
                  <a:ext uri="{0D108BD9-81ED-4DB2-BD59-A6C34878D82A}">
                    <a16:rowId xmlns:a16="http://schemas.microsoft.com/office/drawing/2014/main" val="1308971788"/>
                  </a:ext>
                </a:extLst>
              </a:tr>
            </a:tbl>
          </a:graphicData>
        </a:graphic>
      </p:graphicFrame>
      <p:sp>
        <p:nvSpPr>
          <p:cNvPr id="5" name="日付プレースホルダー 4">
            <a:extLst>
              <a:ext uri="{FF2B5EF4-FFF2-40B4-BE49-F238E27FC236}">
                <a16:creationId xmlns:a16="http://schemas.microsoft.com/office/drawing/2014/main" id="{9C8C59E9-E7E3-48FF-903C-F87318E42D8D}"/>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BF22205E-8A53-4437-90B8-E8B58C2182F0}"/>
              </a:ext>
            </a:extLst>
          </p:cNvPr>
          <p:cNvSpPr>
            <a:spLocks noGrp="1"/>
          </p:cNvSpPr>
          <p:nvPr>
            <p:ph type="sldNum" sz="quarter" idx="12"/>
          </p:nvPr>
        </p:nvSpPr>
        <p:spPr/>
        <p:txBody>
          <a:bodyPr/>
          <a:lstStyle/>
          <a:p>
            <a:fld id="{B4DA0251-0B3B-4C1C-96DC-5D2833458AB2}" type="slidenum">
              <a:rPr kumimoji="1" lang="ja-JP" altLang="en-US" smtClean="0"/>
              <a:t>2</a:t>
            </a:fld>
            <a:endParaRPr kumimoji="1" lang="ja-JP" altLang="en-US"/>
          </a:p>
        </p:txBody>
      </p:sp>
      <p:sp>
        <p:nvSpPr>
          <p:cNvPr id="19" name="テキスト ボックス 18">
            <a:extLst>
              <a:ext uri="{FF2B5EF4-FFF2-40B4-BE49-F238E27FC236}">
                <a16:creationId xmlns:a16="http://schemas.microsoft.com/office/drawing/2014/main" id="{69953FC1-7C30-4DA7-BCEC-C1E2ECA25E08}"/>
              </a:ext>
            </a:extLst>
          </p:cNvPr>
          <p:cNvSpPr txBox="1"/>
          <p:nvPr/>
        </p:nvSpPr>
        <p:spPr>
          <a:xfrm>
            <a:off x="1047699" y="5661878"/>
            <a:ext cx="10781312" cy="830997"/>
          </a:xfrm>
          <a:prstGeom prst="rect">
            <a:avLst/>
          </a:prstGeom>
          <a:noFill/>
        </p:spPr>
        <p:txBody>
          <a:bodyPr wrap="square" rtlCol="0">
            <a:spAutoFit/>
          </a:bodyPr>
          <a:lstStyle/>
          <a:p>
            <a:pPr marL="285750" indent="-285750">
              <a:buSzPct val="130000"/>
              <a:buBlip>
                <a:blip>
                  <a:extLst>
                    <a:ext uri="{96DAC541-7B7A-43D3-8B79-37D633B846F1}">
                      <asvg:svgBlip xmlns:asvg="http://schemas.microsoft.com/office/drawing/2016/SVG/main" r:embed="rId2"/>
                    </a:ext>
                  </a:extLst>
                </a:blip>
              </a:buBlip>
            </a:pPr>
            <a:r>
              <a:rPr lang="ja-JP" altLang="en-US" sz="2400" dirty="0"/>
              <a:t>内容は進捗に応じて適宜変更する。</a:t>
            </a:r>
            <a:endParaRPr lang="en-US" altLang="ja-JP" sz="2400" dirty="0"/>
          </a:p>
          <a:p>
            <a:pPr marL="285750" indent="-285750">
              <a:buSzPct val="130000"/>
              <a:buBlip>
                <a:blip>
                  <a:extLst>
                    <a:ext uri="{96DAC541-7B7A-43D3-8B79-37D633B846F1}">
                      <asvg:svgBlip xmlns:asvg="http://schemas.microsoft.com/office/drawing/2016/SVG/main" r:embed="rId2"/>
                    </a:ext>
                  </a:extLst>
                </a:blip>
              </a:buBlip>
            </a:pPr>
            <a:r>
              <a:rPr lang="ja-JP" altLang="en-US" sz="2400" dirty="0"/>
              <a:t>本講義は演習を織り交ぜて行うので</a:t>
            </a:r>
            <a:r>
              <a:rPr lang="en-US" altLang="ja-JP" sz="2400" dirty="0"/>
              <a:t>PC</a:t>
            </a:r>
            <a:r>
              <a:rPr lang="ja-JP" altLang="en-US" sz="2400" dirty="0"/>
              <a:t>を持ってくること。</a:t>
            </a:r>
          </a:p>
        </p:txBody>
      </p:sp>
    </p:spTree>
    <p:extLst>
      <p:ext uri="{BB962C8B-B14F-4D97-AF65-F5344CB8AC3E}">
        <p14:creationId xmlns:p14="http://schemas.microsoft.com/office/powerpoint/2010/main" val="217422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p:txBody>
          <a:bodyPr/>
          <a:lstStyle/>
          <a:p>
            <a:r>
              <a:rPr kumimoji="1" lang="ja-JP" altLang="en-US" dirty="0"/>
              <a:t>情報科学ｅ</a:t>
            </a:r>
          </a:p>
        </p:txBody>
      </p:sp>
      <p:sp>
        <p:nvSpPr>
          <p:cNvPr id="7" name="テキスト プレースホルダー 6"/>
          <p:cNvSpPr>
            <a:spLocks noGrp="1"/>
          </p:cNvSpPr>
          <p:nvPr>
            <p:ph type="body" idx="1"/>
          </p:nvPr>
        </p:nvSpPr>
        <p:spPr/>
        <p:txBody>
          <a:bodyPr/>
          <a:lstStyle/>
          <a:p>
            <a:r>
              <a:rPr lang="ja-JP" altLang="en-US" dirty="0"/>
              <a:t>第４回　継承と差分プログラミング</a:t>
            </a:r>
            <a:endParaRPr kumimoji="1" lang="ja-JP" altLang="en-US" sz="2400" dirty="0"/>
          </a:p>
        </p:txBody>
      </p:sp>
      <p:sp>
        <p:nvSpPr>
          <p:cNvPr id="4" name="フッター プレースホルダー 3"/>
          <p:cNvSpPr>
            <a:spLocks noGrp="1"/>
          </p:cNvSpPr>
          <p:nvPr>
            <p:ph type="ftr" sz="quarter" idx="11"/>
          </p:nvPr>
        </p:nvSpPr>
        <p:spPr/>
        <p:txBody>
          <a:bodyPr/>
          <a:lstStyle/>
          <a:p>
            <a:r>
              <a:rPr kumimoji="1" lang="ja-JP" altLang="en-US"/>
              <a:t>情報科学ｃ</a:t>
            </a:r>
            <a:endParaRPr kumimoji="1" lang="ja-JP" altLang="en-US" dirty="0"/>
          </a:p>
        </p:txBody>
      </p:sp>
      <p:sp>
        <p:nvSpPr>
          <p:cNvPr id="5" name="スライド番号プレースホルダー 4"/>
          <p:cNvSpPr>
            <a:spLocks noGrp="1"/>
          </p:cNvSpPr>
          <p:nvPr>
            <p:ph type="sldNum" sz="quarter" idx="12"/>
          </p:nvPr>
        </p:nvSpPr>
        <p:spPr/>
        <p:txBody>
          <a:bodyPr/>
          <a:lstStyle/>
          <a:p>
            <a:r>
              <a:rPr lang="en-US" altLang="ja-JP"/>
              <a:t>p.</a:t>
            </a:r>
            <a:fld id="{71584EDF-536B-41D0-946E-780F35A2C473}" type="slidenum">
              <a:rPr lang="ja-JP" altLang="en-US" smtClean="0"/>
              <a:pPr/>
              <a:t>3</a:t>
            </a:fld>
            <a:endParaRPr lang="ja-JP" altLang="en-US" dirty="0"/>
          </a:p>
        </p:txBody>
      </p:sp>
      <p:sp>
        <p:nvSpPr>
          <p:cNvPr id="2" name="日付プレースホルダー 1">
            <a:extLst>
              <a:ext uri="{FF2B5EF4-FFF2-40B4-BE49-F238E27FC236}">
                <a16:creationId xmlns:a16="http://schemas.microsoft.com/office/drawing/2014/main" id="{91617532-72A8-4D77-B75C-DB0447AED849}"/>
              </a:ext>
            </a:extLst>
          </p:cNvPr>
          <p:cNvSpPr>
            <a:spLocks noGrp="1"/>
          </p:cNvSpPr>
          <p:nvPr>
            <p:ph type="dt" sz="half" idx="10"/>
          </p:nvPr>
        </p:nvSpPr>
        <p:spPr/>
        <p:txBody>
          <a:bodyPr/>
          <a:lstStyle/>
          <a:p>
            <a:r>
              <a:rPr lang="en-US" altLang="ja-JP"/>
              <a:t>Day4</a:t>
            </a:r>
            <a:endParaRPr lang="ja-JP" altLang="en-US" dirty="0"/>
          </a:p>
        </p:txBody>
      </p:sp>
    </p:spTree>
    <p:extLst>
      <p:ext uri="{BB962C8B-B14F-4D97-AF65-F5344CB8AC3E}">
        <p14:creationId xmlns:p14="http://schemas.microsoft.com/office/powerpoint/2010/main" val="420832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FFBAFCEC-8A6E-AA99-A7DD-8CE3C747F7D0}"/>
              </a:ext>
            </a:extLst>
          </p:cNvPr>
          <p:cNvSpPr>
            <a:spLocks noGrp="1"/>
          </p:cNvSpPr>
          <p:nvPr>
            <p:ph type="ftr" sz="quarter" idx="11"/>
          </p:nvPr>
        </p:nvSpPr>
        <p:spPr/>
        <p:txBody>
          <a:bodyPr/>
          <a:lstStyle/>
          <a:p>
            <a:r>
              <a:rPr lang="ja-JP" altLang="en-US" dirty="0"/>
              <a:t>情報科学ｃ</a:t>
            </a:r>
          </a:p>
        </p:txBody>
      </p:sp>
      <p:sp>
        <p:nvSpPr>
          <p:cNvPr id="7" name="タイトル 6">
            <a:extLst>
              <a:ext uri="{FF2B5EF4-FFF2-40B4-BE49-F238E27FC236}">
                <a16:creationId xmlns:a16="http://schemas.microsoft.com/office/drawing/2014/main" id="{8819AB71-0721-4414-265D-70A1C519AEAC}"/>
              </a:ext>
            </a:extLst>
          </p:cNvPr>
          <p:cNvSpPr>
            <a:spLocks noGrp="1"/>
          </p:cNvSpPr>
          <p:nvPr>
            <p:ph type="title"/>
          </p:nvPr>
        </p:nvSpPr>
        <p:spPr/>
        <p:txBody>
          <a:bodyPr/>
          <a:lstStyle/>
          <a:p>
            <a:r>
              <a:rPr lang="ja-JP" altLang="en-US" dirty="0"/>
              <a:t>予習テキストで学んだ事</a:t>
            </a:r>
          </a:p>
        </p:txBody>
      </p:sp>
      <p:sp>
        <p:nvSpPr>
          <p:cNvPr id="8" name="コンテンツ プレースホルダー 7">
            <a:extLst>
              <a:ext uri="{FF2B5EF4-FFF2-40B4-BE49-F238E27FC236}">
                <a16:creationId xmlns:a16="http://schemas.microsoft.com/office/drawing/2014/main" id="{02A59D4F-CCF2-27D9-CEF2-CD414083A358}"/>
              </a:ext>
            </a:extLst>
          </p:cNvPr>
          <p:cNvSpPr>
            <a:spLocks noGrp="1"/>
          </p:cNvSpPr>
          <p:nvPr>
            <p:ph sz="half" idx="1"/>
          </p:nvPr>
        </p:nvSpPr>
        <p:spPr/>
        <p:txBody>
          <a:bodyPr>
            <a:normAutofit/>
          </a:bodyPr>
          <a:lstStyle/>
          <a:p>
            <a:r>
              <a:rPr lang="ja-JP" altLang="en-US" dirty="0"/>
              <a:t>関数</a:t>
            </a:r>
          </a:p>
          <a:p>
            <a:pPr lvl="1"/>
            <a:r>
              <a:rPr lang="ja-JP" altLang="en-US" dirty="0"/>
              <a:t>組み込み関数</a:t>
            </a:r>
          </a:p>
          <a:p>
            <a:pPr lvl="1"/>
            <a:r>
              <a:rPr lang="ja-JP" altLang="en-US" dirty="0"/>
              <a:t>関数の定義</a:t>
            </a:r>
          </a:p>
          <a:p>
            <a:pPr lvl="2"/>
            <a:r>
              <a:rPr lang="ja-JP" altLang="en-US" dirty="0"/>
              <a:t>引数の機能色々</a:t>
            </a:r>
          </a:p>
          <a:p>
            <a:pPr lvl="1"/>
            <a:r>
              <a:rPr lang="ja-JP" altLang="en-US" dirty="0"/>
              <a:t>再帰呼び出し</a:t>
            </a:r>
          </a:p>
          <a:p>
            <a:pPr lvl="1"/>
            <a:r>
              <a:rPr lang="ja-JP" altLang="en-US" dirty="0"/>
              <a:t>高階関数</a:t>
            </a:r>
          </a:p>
          <a:p>
            <a:pPr lvl="1"/>
            <a:r>
              <a:rPr lang="ja-JP" altLang="en-US" dirty="0"/>
              <a:t>ラムダ式</a:t>
            </a:r>
            <a:r>
              <a:rPr lang="en-US" altLang="ja-JP" dirty="0"/>
              <a:t>【</a:t>
            </a:r>
            <a:r>
              <a:rPr lang="ja-JP" altLang="en-US" dirty="0"/>
              <a:t>発展</a:t>
            </a:r>
            <a:r>
              <a:rPr lang="en-US" altLang="ja-JP" dirty="0"/>
              <a:t>】</a:t>
            </a:r>
          </a:p>
          <a:p>
            <a:endParaRPr lang="ja-JP" altLang="en-US" b="0" i="0" dirty="0">
              <a:effectLst/>
              <a:latin typeface="system-ui"/>
            </a:endParaRPr>
          </a:p>
        </p:txBody>
      </p:sp>
      <p:sp>
        <p:nvSpPr>
          <p:cNvPr id="9" name="コンテンツ プレースホルダー 8">
            <a:extLst>
              <a:ext uri="{FF2B5EF4-FFF2-40B4-BE49-F238E27FC236}">
                <a16:creationId xmlns:a16="http://schemas.microsoft.com/office/drawing/2014/main" id="{4F1EF0F1-51EC-3148-5BB4-A9555422C2A8}"/>
              </a:ext>
            </a:extLst>
          </p:cNvPr>
          <p:cNvSpPr>
            <a:spLocks noGrp="1"/>
          </p:cNvSpPr>
          <p:nvPr>
            <p:ph sz="half" idx="2"/>
          </p:nvPr>
        </p:nvSpPr>
        <p:spPr/>
        <p:txBody>
          <a:bodyPr/>
          <a:lstStyle/>
          <a:p>
            <a:r>
              <a:rPr lang="ja-JP" altLang="en-US" dirty="0"/>
              <a:t>クラスとオブジェクト指向</a:t>
            </a:r>
          </a:p>
          <a:p>
            <a:pPr lvl="1"/>
            <a:r>
              <a:rPr lang="ja-JP" altLang="en-US" dirty="0"/>
              <a:t>クラスの定義</a:t>
            </a:r>
          </a:p>
          <a:p>
            <a:pPr lvl="1"/>
            <a:r>
              <a:rPr lang="ja-JP" altLang="en-US" dirty="0"/>
              <a:t>クラスの利用</a:t>
            </a:r>
            <a:r>
              <a:rPr lang="en-US" altLang="ja-JP" sz="1800" dirty="0"/>
              <a:t>(</a:t>
            </a:r>
            <a:r>
              <a:rPr lang="ja-JP" altLang="en-US" sz="1800" b="0" i="0" dirty="0">
                <a:effectLst/>
                <a:latin typeface="system-ui"/>
              </a:rPr>
              <a:t>インスタンス作成</a:t>
            </a:r>
            <a:r>
              <a:rPr lang="en-US" altLang="ja-JP" sz="1800" dirty="0"/>
              <a:t>)</a:t>
            </a:r>
            <a:endParaRPr lang="ja-JP" altLang="en-US" dirty="0"/>
          </a:p>
          <a:p>
            <a:pPr lvl="1"/>
            <a:r>
              <a:rPr lang="ja-JP" altLang="en-US" dirty="0"/>
              <a:t>フィールドとメソッド</a:t>
            </a:r>
            <a:endParaRPr lang="en-US" altLang="ja-JP" dirty="0"/>
          </a:p>
          <a:p>
            <a:pPr lvl="1"/>
            <a:r>
              <a:rPr lang="ja-JP" altLang="en-US" dirty="0"/>
              <a:t>プロパティと</a:t>
            </a:r>
            <a:r>
              <a:rPr lang="en-US" altLang="ja-JP" dirty="0"/>
              <a:t>Setter【</a:t>
            </a:r>
            <a:r>
              <a:rPr lang="ja-JP" altLang="en-US" dirty="0"/>
              <a:t>発展</a:t>
            </a:r>
            <a:r>
              <a:rPr lang="en-US" altLang="ja-JP" dirty="0"/>
              <a:t>】</a:t>
            </a:r>
            <a:endParaRPr lang="ja-JP" altLang="en-US" dirty="0"/>
          </a:p>
          <a:p>
            <a:pPr lvl="1"/>
            <a:r>
              <a:rPr lang="ja-JP" altLang="en-US" dirty="0"/>
              <a:t>変数のスコープ</a:t>
            </a:r>
          </a:p>
          <a:p>
            <a:pPr lvl="2"/>
            <a:r>
              <a:rPr lang="ja-JP" altLang="en-US" dirty="0"/>
              <a:t>クラス変数</a:t>
            </a:r>
          </a:p>
          <a:p>
            <a:pPr lvl="2"/>
            <a:r>
              <a:rPr lang="ja-JP" altLang="en-US" dirty="0"/>
              <a:t>インスタンス変数</a:t>
            </a:r>
          </a:p>
          <a:p>
            <a:pPr lvl="2"/>
            <a:r>
              <a:rPr lang="ja-JP" altLang="en-US" dirty="0"/>
              <a:t>ローカル変数</a:t>
            </a:r>
            <a:endParaRPr lang="en-US" altLang="ja-JP" dirty="0"/>
          </a:p>
        </p:txBody>
      </p:sp>
      <p:sp>
        <p:nvSpPr>
          <p:cNvPr id="4" name="日付プレースホルダー 3">
            <a:extLst>
              <a:ext uri="{FF2B5EF4-FFF2-40B4-BE49-F238E27FC236}">
                <a16:creationId xmlns:a16="http://schemas.microsoft.com/office/drawing/2014/main" id="{7E0906CB-64DC-B653-3209-0F53F1D585EA}"/>
              </a:ext>
            </a:extLst>
          </p:cNvPr>
          <p:cNvSpPr>
            <a:spLocks noGrp="1"/>
          </p:cNvSpPr>
          <p:nvPr>
            <p:ph type="dt" sz="half" idx="10"/>
          </p:nvPr>
        </p:nvSpPr>
        <p:spPr/>
        <p:txBody>
          <a:bodyPr/>
          <a:lstStyle/>
          <a:p>
            <a:r>
              <a:rPr lang="en-US" altLang="ja-JP"/>
              <a:t>Day4</a:t>
            </a:r>
            <a:endParaRPr lang="ja-JP" altLang="en-US" dirty="0"/>
          </a:p>
        </p:txBody>
      </p:sp>
      <p:sp>
        <p:nvSpPr>
          <p:cNvPr id="6" name="スライド番号プレースホルダー 5">
            <a:extLst>
              <a:ext uri="{FF2B5EF4-FFF2-40B4-BE49-F238E27FC236}">
                <a16:creationId xmlns:a16="http://schemas.microsoft.com/office/drawing/2014/main" id="{298E9A5A-087C-397D-9D0C-6A1F49A891A6}"/>
              </a:ext>
            </a:extLst>
          </p:cNvPr>
          <p:cNvSpPr>
            <a:spLocks noGrp="1"/>
          </p:cNvSpPr>
          <p:nvPr>
            <p:ph type="sldNum" sz="quarter" idx="12"/>
          </p:nvPr>
        </p:nvSpPr>
        <p:spPr/>
        <p:txBody>
          <a:bodyPr/>
          <a:lstStyle/>
          <a:p>
            <a:fld id="{B4DA0251-0B3B-4C1C-96DC-5D2833458AB2}" type="slidenum">
              <a:rPr lang="ja-JP" altLang="en-US" smtClean="0"/>
              <a:pPr/>
              <a:t>4</a:t>
            </a:fld>
            <a:endParaRPr lang="ja-JP" altLang="en-US" dirty="0"/>
          </a:p>
        </p:txBody>
      </p:sp>
    </p:spTree>
    <p:extLst>
      <p:ext uri="{BB962C8B-B14F-4D97-AF65-F5344CB8AC3E}">
        <p14:creationId xmlns:p14="http://schemas.microsoft.com/office/powerpoint/2010/main" val="2462172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E984DDC-3CB8-6AB7-AC13-77A3CA9E3A74}"/>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353105A9-A420-AD24-97F5-1C3225DE69F1}"/>
              </a:ext>
            </a:extLst>
          </p:cNvPr>
          <p:cNvSpPr>
            <a:spLocks noGrp="1"/>
          </p:cNvSpPr>
          <p:nvPr>
            <p:ph type="title"/>
          </p:nvPr>
        </p:nvSpPr>
        <p:spPr/>
        <p:txBody>
          <a:bodyPr/>
          <a:lstStyle/>
          <a:p>
            <a:r>
              <a:rPr lang="ja-JP" altLang="en-US" dirty="0"/>
              <a:t>本日の講義部分について</a:t>
            </a:r>
            <a:endParaRPr kumimoji="1" lang="ja-JP" altLang="en-US" dirty="0"/>
          </a:p>
        </p:txBody>
      </p:sp>
      <p:sp>
        <p:nvSpPr>
          <p:cNvPr id="4" name="コンテンツ プレースホルダー 3">
            <a:extLst>
              <a:ext uri="{FF2B5EF4-FFF2-40B4-BE49-F238E27FC236}">
                <a16:creationId xmlns:a16="http://schemas.microsoft.com/office/drawing/2014/main" id="{4B5C3261-BDE3-26D1-4622-C754BA43E8A0}"/>
              </a:ext>
            </a:extLst>
          </p:cNvPr>
          <p:cNvSpPr>
            <a:spLocks noGrp="1"/>
          </p:cNvSpPr>
          <p:nvPr>
            <p:ph idx="1"/>
          </p:nvPr>
        </p:nvSpPr>
        <p:spPr/>
        <p:txBody>
          <a:bodyPr/>
          <a:lstStyle/>
          <a:p>
            <a:r>
              <a:rPr kumimoji="1" lang="ja-JP" altLang="en-US" dirty="0"/>
              <a:t>最重要概念である</a:t>
            </a:r>
            <a:r>
              <a:rPr kumimoji="1" lang="ja-JP" altLang="en-US" u="sng" dirty="0"/>
              <a:t>継承</a:t>
            </a:r>
            <a:r>
              <a:rPr kumimoji="1" lang="ja-JP" altLang="en-US" dirty="0"/>
              <a:t>と</a:t>
            </a:r>
            <a:r>
              <a:rPr kumimoji="1" lang="ja-JP" altLang="en-US" u="sng" dirty="0"/>
              <a:t>差分プログラミング</a:t>
            </a:r>
            <a:r>
              <a:rPr kumimoji="1" lang="ja-JP" altLang="en-US" dirty="0"/>
              <a:t>を学びます</a:t>
            </a:r>
            <a:endParaRPr kumimoji="1" lang="en-US" altLang="ja-JP" dirty="0"/>
          </a:p>
          <a:p>
            <a:pPr lvl="1"/>
            <a:r>
              <a:rPr lang="ja-JP" altLang="en-US" dirty="0"/>
              <a:t>配布した下記のテキストブックを見ながら説明を聞いてください</a:t>
            </a:r>
            <a:endParaRPr lang="en-US" altLang="ja-JP" dirty="0"/>
          </a:p>
          <a:p>
            <a:pPr lvl="2"/>
            <a:r>
              <a:rPr kumimoji="1" lang="en-US" altLang="ja-JP" dirty="0"/>
              <a:t>[</a:t>
            </a:r>
            <a:r>
              <a:rPr kumimoji="1" lang="en-US" altLang="ja-JP" dirty="0">
                <a:solidFill>
                  <a:schemeClr val="accent1"/>
                </a:solidFill>
                <a:latin typeface="+mj-lt"/>
              </a:rPr>
              <a:t>13</a:t>
            </a:r>
            <a:r>
              <a:rPr kumimoji="1" lang="en-US" altLang="ja-JP" dirty="0">
                <a:latin typeface="+mj-lt"/>
              </a:rPr>
              <a:t>-day04tb</a:t>
            </a:r>
            <a:r>
              <a:rPr kumimoji="1" lang="en-US" altLang="ja-JP" dirty="0"/>
              <a:t>]</a:t>
            </a:r>
            <a:r>
              <a:rPr kumimoji="1" lang="ja-JP" altLang="en-US" dirty="0"/>
              <a:t>　継承と差分プログラミング</a:t>
            </a:r>
          </a:p>
          <a:p>
            <a:pPr lvl="1"/>
            <a:r>
              <a:rPr kumimoji="1" lang="ja-JP" altLang="en-US" dirty="0"/>
              <a:t>もう一つのテキストは本日の講義内課題用のリファレンスです</a:t>
            </a:r>
          </a:p>
          <a:p>
            <a:pPr lvl="2"/>
            <a:r>
              <a:rPr lang="en-US" altLang="ja-JP" dirty="0"/>
              <a:t>[</a:t>
            </a:r>
            <a:r>
              <a:rPr kumimoji="1" lang="en-US" altLang="ja-JP" dirty="0">
                <a:solidFill>
                  <a:schemeClr val="accent1"/>
                </a:solidFill>
                <a:latin typeface="+mj-lt"/>
              </a:rPr>
              <a:t>14</a:t>
            </a:r>
            <a:r>
              <a:rPr kumimoji="1" lang="en-US" altLang="ja-JP" dirty="0">
                <a:latin typeface="+mj-lt"/>
              </a:rPr>
              <a:t>-day04tb</a:t>
            </a:r>
            <a:r>
              <a:rPr lang="en-US" altLang="ja-JP" dirty="0"/>
              <a:t>]</a:t>
            </a:r>
            <a:r>
              <a:rPr lang="ja-JP" altLang="en-US" dirty="0"/>
              <a:t>　</a:t>
            </a:r>
            <a:r>
              <a:rPr lang="en-US" altLang="ja-JP" b="0" i="0" dirty="0">
                <a:effectLst/>
                <a:latin typeface="system-ui"/>
              </a:rPr>
              <a:t>PIL(Pillow)</a:t>
            </a:r>
            <a:r>
              <a:rPr lang="ja-JP" altLang="en-US" b="0" i="0" dirty="0">
                <a:effectLst/>
                <a:latin typeface="system-ui"/>
              </a:rPr>
              <a:t>のリファレンス</a:t>
            </a:r>
            <a:endParaRPr lang="ja-JP" altLang="en-US" dirty="0"/>
          </a:p>
          <a:p>
            <a:endParaRPr kumimoji="1" lang="en-US" altLang="ja-JP" dirty="0"/>
          </a:p>
          <a:p>
            <a:pPr lvl="1"/>
            <a:endParaRPr kumimoji="1" lang="ja-JP" altLang="en-US" dirty="0"/>
          </a:p>
        </p:txBody>
      </p:sp>
      <p:sp>
        <p:nvSpPr>
          <p:cNvPr id="5" name="日付プレースホルダー 4">
            <a:extLst>
              <a:ext uri="{FF2B5EF4-FFF2-40B4-BE49-F238E27FC236}">
                <a16:creationId xmlns:a16="http://schemas.microsoft.com/office/drawing/2014/main" id="{1F462E2C-E47C-96AB-07B1-70EA36B6C39E}"/>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51A05C07-C63D-023B-9051-7A941A7E61FF}"/>
              </a:ext>
            </a:extLst>
          </p:cNvPr>
          <p:cNvSpPr>
            <a:spLocks noGrp="1"/>
          </p:cNvSpPr>
          <p:nvPr>
            <p:ph type="sldNum" sz="quarter" idx="12"/>
          </p:nvPr>
        </p:nvSpPr>
        <p:spPr/>
        <p:txBody>
          <a:bodyPr/>
          <a:lstStyle/>
          <a:p>
            <a:fld id="{B4DA0251-0B3B-4C1C-96DC-5D2833458AB2}" type="slidenum">
              <a:rPr kumimoji="1" lang="ja-JP" altLang="en-US" smtClean="0"/>
              <a:t>5</a:t>
            </a:fld>
            <a:endParaRPr kumimoji="1" lang="ja-JP" altLang="en-US"/>
          </a:p>
        </p:txBody>
      </p:sp>
    </p:spTree>
    <p:extLst>
      <p:ext uri="{BB962C8B-B14F-4D97-AF65-F5344CB8AC3E}">
        <p14:creationId xmlns:p14="http://schemas.microsoft.com/office/powerpoint/2010/main" val="292614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04B7D76-8589-8C01-850D-38274028C9CE}"/>
              </a:ext>
            </a:extLst>
          </p:cNvPr>
          <p:cNvSpPr>
            <a:spLocks noGrp="1"/>
          </p:cNvSpPr>
          <p:nvPr>
            <p:ph type="ftr" sz="quarter" idx="11"/>
          </p:nvPr>
        </p:nvSpPr>
        <p:spPr/>
        <p:txBody>
          <a:bodyPr/>
          <a:lstStyle/>
          <a:p>
            <a:r>
              <a:rPr kumimoji="1" lang="ja-JP" altLang="en-US"/>
              <a:t>情報科学ｃ</a:t>
            </a:r>
          </a:p>
        </p:txBody>
      </p:sp>
      <p:sp>
        <p:nvSpPr>
          <p:cNvPr id="8" name="タイトル 7">
            <a:extLst>
              <a:ext uri="{FF2B5EF4-FFF2-40B4-BE49-F238E27FC236}">
                <a16:creationId xmlns:a16="http://schemas.microsoft.com/office/drawing/2014/main" id="{FB3F611B-80D3-AAA0-E6BB-C5F925F715A8}"/>
              </a:ext>
            </a:extLst>
          </p:cNvPr>
          <p:cNvSpPr>
            <a:spLocks noGrp="1"/>
          </p:cNvSpPr>
          <p:nvPr>
            <p:ph type="title"/>
          </p:nvPr>
        </p:nvSpPr>
        <p:spPr/>
        <p:txBody>
          <a:bodyPr/>
          <a:lstStyle/>
          <a:p>
            <a:r>
              <a:rPr lang="ja-JP" altLang="en-US" dirty="0"/>
              <a:t>オブジェクト指向とは</a:t>
            </a:r>
          </a:p>
        </p:txBody>
      </p:sp>
      <p:sp>
        <p:nvSpPr>
          <p:cNvPr id="9" name="コンテンツ プレースホルダー 8">
            <a:extLst>
              <a:ext uri="{FF2B5EF4-FFF2-40B4-BE49-F238E27FC236}">
                <a16:creationId xmlns:a16="http://schemas.microsoft.com/office/drawing/2014/main" id="{9DD055A7-A6C5-0192-3608-5D616FF36EB8}"/>
              </a:ext>
            </a:extLst>
          </p:cNvPr>
          <p:cNvSpPr>
            <a:spLocks noGrp="1"/>
          </p:cNvSpPr>
          <p:nvPr>
            <p:ph idx="1"/>
          </p:nvPr>
        </p:nvSpPr>
        <p:spPr/>
        <p:txBody>
          <a:bodyPr>
            <a:normAutofit/>
          </a:bodyPr>
          <a:lstStyle/>
          <a:p>
            <a:r>
              <a:rPr lang="ja-JP" altLang="en-US" dirty="0"/>
              <a:t>プログラミング言語仕様ではない</a:t>
            </a:r>
            <a:endParaRPr lang="en-US" altLang="ja-JP" dirty="0"/>
          </a:p>
          <a:p>
            <a:pPr lvl="1"/>
            <a:r>
              <a:rPr lang="en-US" altLang="ja-JP" dirty="0"/>
              <a:t>Java</a:t>
            </a:r>
            <a:r>
              <a:rPr lang="ja-JP" altLang="en-US" dirty="0"/>
              <a:t>はオブジェクト指向言語であり</a:t>
            </a:r>
          </a:p>
          <a:p>
            <a:pPr lvl="1"/>
            <a:r>
              <a:rPr lang="en-US" altLang="ja-JP" dirty="0"/>
              <a:t>Python</a:t>
            </a:r>
            <a:r>
              <a:rPr lang="ja-JP" altLang="en-US" dirty="0"/>
              <a:t>はオブジェクト指向言語とはみなされない</a:t>
            </a:r>
          </a:p>
          <a:p>
            <a:pPr lvl="2"/>
            <a:r>
              <a:rPr lang="ja-JP" altLang="en-US" dirty="0"/>
              <a:t>ただしオブジェクト指向プログラミングをサポートしている</a:t>
            </a:r>
            <a:endParaRPr lang="en-US" altLang="ja-JP" dirty="0"/>
          </a:p>
          <a:p>
            <a:r>
              <a:rPr lang="ja-JP" altLang="en-US" dirty="0"/>
              <a:t>予習ノートで言いたかった事は</a:t>
            </a:r>
          </a:p>
          <a:p>
            <a:pPr lvl="1"/>
            <a:r>
              <a:rPr lang="ja-JP" altLang="en-US" dirty="0"/>
              <a:t>変数：一つの値の保持</a:t>
            </a:r>
          </a:p>
          <a:p>
            <a:pPr lvl="1"/>
            <a:r>
              <a:rPr lang="ja-JP" altLang="en-US" dirty="0"/>
              <a:t>辞書型：キーを用いて複数の</a:t>
            </a:r>
            <a:r>
              <a:rPr lang="en-US" altLang="ja-JP" dirty="0"/>
              <a:t>『</a:t>
            </a:r>
            <a:r>
              <a:rPr lang="ja-JP" altLang="en-US" dirty="0"/>
              <a:t>キー→値</a:t>
            </a:r>
            <a:r>
              <a:rPr lang="en-US" altLang="ja-JP" dirty="0"/>
              <a:t>』</a:t>
            </a:r>
            <a:r>
              <a:rPr lang="ja-JP" altLang="en-US" dirty="0"/>
              <a:t>の組をサポート</a:t>
            </a:r>
          </a:p>
          <a:p>
            <a:pPr lvl="1"/>
            <a:r>
              <a:rPr lang="ja-JP" altLang="en-US" dirty="0"/>
              <a:t>クラス：キーを用いて複数の</a:t>
            </a:r>
            <a:r>
              <a:rPr lang="en-US" altLang="ja-JP" dirty="0"/>
              <a:t>『</a:t>
            </a:r>
            <a:r>
              <a:rPr lang="ja-JP" altLang="en-US" dirty="0"/>
              <a:t>キー→値</a:t>
            </a:r>
            <a:r>
              <a:rPr lang="en-US" altLang="ja-JP" dirty="0"/>
              <a:t>or</a:t>
            </a:r>
            <a:r>
              <a:rPr lang="ja-JP" altLang="en-US" dirty="0"/>
              <a:t>関数</a:t>
            </a:r>
            <a:r>
              <a:rPr lang="en-US" altLang="ja-JP" dirty="0"/>
              <a:t>』</a:t>
            </a:r>
            <a:r>
              <a:rPr lang="ja-JP" altLang="en-US" dirty="0"/>
              <a:t>の組をサポート</a:t>
            </a:r>
          </a:p>
          <a:p>
            <a:r>
              <a:rPr lang="ja-JP" altLang="en-US" dirty="0"/>
              <a:t>クラスの使い方</a:t>
            </a:r>
          </a:p>
          <a:p>
            <a:pPr lvl="1"/>
            <a:r>
              <a:rPr lang="ja-JP" altLang="en-US" dirty="0"/>
              <a:t>インスタンスを作成しそれを使う</a:t>
            </a:r>
          </a:p>
        </p:txBody>
      </p:sp>
      <p:sp>
        <p:nvSpPr>
          <p:cNvPr id="6" name="日付プレースホルダー 5">
            <a:extLst>
              <a:ext uri="{FF2B5EF4-FFF2-40B4-BE49-F238E27FC236}">
                <a16:creationId xmlns:a16="http://schemas.microsoft.com/office/drawing/2014/main" id="{D753F3E2-224C-0170-C339-7FD385285C40}"/>
              </a:ext>
            </a:extLst>
          </p:cNvPr>
          <p:cNvSpPr>
            <a:spLocks noGrp="1"/>
          </p:cNvSpPr>
          <p:nvPr>
            <p:ph type="dt" sz="half" idx="10"/>
          </p:nvPr>
        </p:nvSpPr>
        <p:spPr/>
        <p:txBody>
          <a:bodyPr/>
          <a:lstStyle/>
          <a:p>
            <a:r>
              <a:rPr kumimoji="1" lang="en-US" altLang="ja-JP"/>
              <a:t>Day4</a:t>
            </a:r>
            <a:endParaRPr kumimoji="1" lang="ja-JP" altLang="en-US"/>
          </a:p>
        </p:txBody>
      </p:sp>
      <p:sp>
        <p:nvSpPr>
          <p:cNvPr id="7" name="スライド番号プレースホルダー 6">
            <a:extLst>
              <a:ext uri="{FF2B5EF4-FFF2-40B4-BE49-F238E27FC236}">
                <a16:creationId xmlns:a16="http://schemas.microsoft.com/office/drawing/2014/main" id="{DA59B28B-61C3-BF38-9E01-ADC4CD2E90C8}"/>
              </a:ext>
            </a:extLst>
          </p:cNvPr>
          <p:cNvSpPr>
            <a:spLocks noGrp="1"/>
          </p:cNvSpPr>
          <p:nvPr>
            <p:ph type="sldNum" sz="quarter" idx="12"/>
          </p:nvPr>
        </p:nvSpPr>
        <p:spPr/>
        <p:txBody>
          <a:bodyPr/>
          <a:lstStyle/>
          <a:p>
            <a:fld id="{B4DA0251-0B3B-4C1C-96DC-5D2833458AB2}" type="slidenum">
              <a:rPr kumimoji="1" lang="ja-JP" altLang="en-US" smtClean="0"/>
              <a:t>6</a:t>
            </a:fld>
            <a:endParaRPr kumimoji="1" lang="ja-JP" altLang="en-US"/>
          </a:p>
        </p:txBody>
      </p:sp>
    </p:spTree>
    <p:extLst>
      <p:ext uri="{BB962C8B-B14F-4D97-AF65-F5344CB8AC3E}">
        <p14:creationId xmlns:p14="http://schemas.microsoft.com/office/powerpoint/2010/main" val="122402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134099B-815F-EFBA-0544-150DADA1E9C1}"/>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865BF5FD-DC5E-C503-099A-0685A73CF7E9}"/>
              </a:ext>
            </a:extLst>
          </p:cNvPr>
          <p:cNvSpPr>
            <a:spLocks noGrp="1"/>
          </p:cNvSpPr>
          <p:nvPr>
            <p:ph type="title"/>
          </p:nvPr>
        </p:nvSpPr>
        <p:spPr/>
        <p:txBody>
          <a:bodyPr/>
          <a:lstStyle/>
          <a:p>
            <a:r>
              <a:rPr kumimoji="1" lang="ja-JP" altLang="en-US" dirty="0"/>
              <a:t>講義前テキストのおさらい</a:t>
            </a:r>
          </a:p>
        </p:txBody>
      </p:sp>
      <p:sp>
        <p:nvSpPr>
          <p:cNvPr id="4" name="コンテンツ プレースホルダー 3">
            <a:extLst>
              <a:ext uri="{FF2B5EF4-FFF2-40B4-BE49-F238E27FC236}">
                <a16:creationId xmlns:a16="http://schemas.microsoft.com/office/drawing/2014/main" id="{883F1739-1DC7-D7B5-D714-1B20FEF7D1FC}"/>
              </a:ext>
            </a:extLst>
          </p:cNvPr>
          <p:cNvSpPr>
            <a:spLocks noGrp="1"/>
          </p:cNvSpPr>
          <p:nvPr>
            <p:ph idx="1"/>
          </p:nvPr>
        </p:nvSpPr>
        <p:spPr/>
        <p:txBody>
          <a:bodyPr/>
          <a:lstStyle/>
          <a:p>
            <a:r>
              <a:rPr kumimoji="1" lang="ja-JP" altLang="en-US" dirty="0"/>
              <a:t>クラスの基本的な構成</a:t>
            </a:r>
          </a:p>
        </p:txBody>
      </p:sp>
      <p:sp>
        <p:nvSpPr>
          <p:cNvPr id="5" name="日付プレースホルダー 4">
            <a:extLst>
              <a:ext uri="{FF2B5EF4-FFF2-40B4-BE49-F238E27FC236}">
                <a16:creationId xmlns:a16="http://schemas.microsoft.com/office/drawing/2014/main" id="{74C2C802-F746-81CB-1767-4724B2DAFC31}"/>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528A180B-E545-5B29-5375-FD07D9864CF7}"/>
              </a:ext>
            </a:extLst>
          </p:cNvPr>
          <p:cNvSpPr>
            <a:spLocks noGrp="1"/>
          </p:cNvSpPr>
          <p:nvPr>
            <p:ph type="sldNum" sz="quarter" idx="12"/>
          </p:nvPr>
        </p:nvSpPr>
        <p:spPr/>
        <p:txBody>
          <a:bodyPr/>
          <a:lstStyle/>
          <a:p>
            <a:fld id="{B4DA0251-0B3B-4C1C-96DC-5D2833458AB2}" type="slidenum">
              <a:rPr kumimoji="1" lang="ja-JP" altLang="en-US" smtClean="0"/>
              <a:t>7</a:t>
            </a:fld>
            <a:endParaRPr kumimoji="1" lang="ja-JP" altLang="en-US"/>
          </a:p>
        </p:txBody>
      </p:sp>
      <p:sp>
        <p:nvSpPr>
          <p:cNvPr id="7" name="テキスト ボックス 6">
            <a:extLst>
              <a:ext uri="{FF2B5EF4-FFF2-40B4-BE49-F238E27FC236}">
                <a16:creationId xmlns:a16="http://schemas.microsoft.com/office/drawing/2014/main" id="{2D7DD441-CBE9-B05D-528A-EEF7BAC5CC16}"/>
              </a:ext>
            </a:extLst>
          </p:cNvPr>
          <p:cNvSpPr txBox="1"/>
          <p:nvPr/>
        </p:nvSpPr>
        <p:spPr>
          <a:xfrm>
            <a:off x="1231639" y="2344304"/>
            <a:ext cx="10387303" cy="3046988"/>
          </a:xfrm>
          <a:prstGeom prst="rect">
            <a:avLst/>
          </a:prstGeom>
          <a:solidFill>
            <a:schemeClr val="tx1">
              <a:lumMod val="20000"/>
              <a:lumOff val="80000"/>
            </a:schemeClr>
          </a:solidFill>
        </p:spPr>
        <p:txBody>
          <a:bodyPr wrap="square" rtlCol="0">
            <a:spAutoFit/>
          </a:bodyPr>
          <a:lstStyle/>
          <a:p>
            <a:pPr>
              <a:buNone/>
            </a:pPr>
            <a:r>
              <a:rPr lang="en-US" altLang="ja-JP" sz="1600" b="0" dirty="0">
                <a:solidFill>
                  <a:srgbClr val="353535"/>
                </a:solidFill>
                <a:effectLst/>
                <a:latin typeface="Consolas" panose="020B0609020204030204" pitchFamily="49" charset="0"/>
              </a:rPr>
              <a:t>class User:</a:t>
            </a:r>
          </a:p>
          <a:p>
            <a:pPr>
              <a:buNone/>
            </a:pPr>
            <a:r>
              <a:rPr lang="en-US" altLang="ja-JP" sz="1600" b="0" dirty="0">
                <a:solidFill>
                  <a:srgbClr val="353535"/>
                </a:solidFill>
                <a:effectLst/>
                <a:latin typeface="Consolas" panose="020B0609020204030204" pitchFamily="49" charset="0"/>
              </a:rPr>
              <a:t>  def __</a:t>
            </a:r>
            <a:r>
              <a:rPr lang="en-US" altLang="ja-JP" sz="1600" b="0" dirty="0" err="1">
                <a:solidFill>
                  <a:srgbClr val="353535"/>
                </a:solidFill>
                <a:effectLst/>
                <a:latin typeface="Consolas" panose="020B0609020204030204" pitchFamily="49" charset="0"/>
              </a:rPr>
              <a:t>init</a:t>
            </a:r>
            <a:r>
              <a:rPr lang="en-US" altLang="ja-JP" sz="1600" b="0" dirty="0">
                <a:solidFill>
                  <a:srgbClr val="353535"/>
                </a:solidFill>
                <a:effectLst/>
                <a:latin typeface="Consolas" panose="020B0609020204030204" pitchFamily="49" charset="0"/>
              </a:rPr>
              <a:t>__(</a:t>
            </a:r>
            <a:r>
              <a:rPr lang="en-US" altLang="ja-JP" sz="1600" b="0" dirty="0" err="1">
                <a:solidFill>
                  <a:srgbClr val="353535"/>
                </a:solidFill>
                <a:effectLst/>
                <a:latin typeface="Consolas" panose="020B0609020204030204" pitchFamily="49" charset="0"/>
              </a:rPr>
              <a:t>self,name,gender,birthday</a:t>
            </a:r>
            <a:r>
              <a:rPr lang="en-US" altLang="ja-JP" sz="1600" b="0" dirty="0">
                <a:solidFill>
                  <a:srgbClr val="353535"/>
                </a:solidFill>
                <a:effectLst/>
                <a:latin typeface="Consolas" panose="020B0609020204030204" pitchFamily="49" charset="0"/>
              </a:rPr>
              <a:t>):</a:t>
            </a:r>
          </a:p>
          <a:p>
            <a:pPr>
              <a:buNone/>
            </a:pPr>
            <a:r>
              <a:rPr lang="en-US" altLang="ja-JP" sz="1600" b="0" dirty="0">
                <a:solidFill>
                  <a:srgbClr val="353535"/>
                </a:solidFill>
                <a:effectLst/>
                <a:latin typeface="Consolas" panose="020B0609020204030204" pitchFamily="49" charset="0"/>
              </a:rPr>
              <a:t>    </a:t>
            </a:r>
            <a:r>
              <a:rPr lang="en-US" altLang="ja-JP" sz="1600" b="0" dirty="0">
                <a:solidFill>
                  <a:srgbClr val="386AC3"/>
                </a:solidFill>
                <a:effectLst/>
                <a:latin typeface="Consolas" panose="020B0609020204030204" pitchFamily="49" charset="0"/>
              </a:rPr>
              <a:t>self.name</a:t>
            </a:r>
            <a:r>
              <a:rPr lang="en-US" altLang="ja-JP" sz="1600" b="0" dirty="0">
                <a:solidFill>
                  <a:srgbClr val="353535"/>
                </a:solidFill>
                <a:effectLst/>
                <a:latin typeface="Consolas" panose="020B0609020204030204" pitchFamily="49" charset="0"/>
              </a:rPr>
              <a:t>   = name</a:t>
            </a:r>
          </a:p>
          <a:p>
            <a:pPr>
              <a:buNone/>
            </a:pPr>
            <a:r>
              <a:rPr lang="en-US" altLang="ja-JP" sz="1600" b="0" dirty="0">
                <a:solidFill>
                  <a:srgbClr val="353535"/>
                </a:solidFill>
                <a:effectLst/>
                <a:latin typeface="Consolas" panose="020B0609020204030204" pitchFamily="49" charset="0"/>
              </a:rPr>
              <a:t>    </a:t>
            </a:r>
            <a:r>
              <a:rPr lang="en-US" altLang="ja-JP" sz="1600" b="0" dirty="0" err="1">
                <a:solidFill>
                  <a:srgbClr val="386AC3"/>
                </a:solidFill>
                <a:effectLst/>
                <a:latin typeface="Consolas" panose="020B0609020204030204" pitchFamily="49" charset="0"/>
              </a:rPr>
              <a:t>self.gender</a:t>
            </a:r>
            <a:r>
              <a:rPr lang="en-US" altLang="ja-JP" sz="1600" b="0" dirty="0">
                <a:solidFill>
                  <a:srgbClr val="353535"/>
                </a:solidFill>
                <a:effectLst/>
                <a:latin typeface="Consolas" panose="020B0609020204030204" pitchFamily="49" charset="0"/>
              </a:rPr>
              <a:t> = gender</a:t>
            </a:r>
          </a:p>
          <a:p>
            <a:pPr>
              <a:buNone/>
            </a:pPr>
            <a:r>
              <a:rPr lang="en-US" altLang="ja-JP" sz="1600" b="0" dirty="0">
                <a:solidFill>
                  <a:srgbClr val="353535"/>
                </a:solidFill>
                <a:effectLst/>
                <a:latin typeface="Consolas" panose="020B0609020204030204" pitchFamily="49" charset="0"/>
              </a:rPr>
              <a:t>    </a:t>
            </a:r>
            <a:r>
              <a:rPr lang="en-US" altLang="ja-JP" sz="1600" b="0" dirty="0" err="1">
                <a:solidFill>
                  <a:srgbClr val="386AC3"/>
                </a:solidFill>
                <a:effectLst/>
                <a:latin typeface="Consolas" panose="020B0609020204030204" pitchFamily="49" charset="0"/>
              </a:rPr>
              <a:t>self.birthday</a:t>
            </a:r>
            <a:r>
              <a:rPr lang="en-US" altLang="ja-JP" sz="1600" b="0" dirty="0">
                <a:solidFill>
                  <a:srgbClr val="353535"/>
                </a:solidFill>
                <a:effectLst/>
                <a:latin typeface="Consolas" panose="020B0609020204030204" pitchFamily="49" charset="0"/>
              </a:rPr>
              <a:t> = birthday</a:t>
            </a:r>
          </a:p>
          <a:p>
            <a:pPr>
              <a:buNone/>
            </a:pPr>
            <a:br>
              <a:rPr lang="en-US" altLang="ja-JP" sz="1600" b="0" dirty="0">
                <a:solidFill>
                  <a:srgbClr val="353535"/>
                </a:solidFill>
                <a:effectLst/>
                <a:latin typeface="Consolas" panose="020B0609020204030204" pitchFamily="49" charset="0"/>
              </a:rPr>
            </a:br>
            <a:r>
              <a:rPr lang="en-US" altLang="ja-JP" sz="1600" b="0" dirty="0">
                <a:solidFill>
                  <a:srgbClr val="353535"/>
                </a:solidFill>
                <a:effectLst/>
                <a:latin typeface="Consolas" panose="020B0609020204030204" pitchFamily="49" charset="0"/>
              </a:rPr>
              <a:t>  @property</a:t>
            </a:r>
          </a:p>
          <a:p>
            <a:pPr>
              <a:buNone/>
            </a:pPr>
            <a:r>
              <a:rPr lang="en-US" altLang="ja-JP" sz="1600" b="0" dirty="0">
                <a:solidFill>
                  <a:srgbClr val="353535"/>
                </a:solidFill>
                <a:effectLst/>
                <a:latin typeface="Consolas" panose="020B0609020204030204" pitchFamily="49" charset="0"/>
              </a:rPr>
              <a:t>  def age(self):</a:t>
            </a:r>
          </a:p>
          <a:p>
            <a:pPr>
              <a:buNone/>
            </a:pPr>
            <a:r>
              <a:rPr lang="en-US" altLang="ja-JP" sz="1600" b="0" dirty="0">
                <a:solidFill>
                  <a:srgbClr val="353535"/>
                </a:solidFill>
                <a:effectLst/>
                <a:latin typeface="Consolas" panose="020B0609020204030204" pitchFamily="49" charset="0"/>
              </a:rPr>
              <a:t>    </a:t>
            </a:r>
            <a:r>
              <a:rPr lang="en-US" altLang="ja-JP" sz="1600" b="0" dirty="0">
                <a:solidFill>
                  <a:srgbClr val="386AC3"/>
                </a:solidFill>
                <a:effectLst/>
                <a:latin typeface="Consolas" panose="020B0609020204030204" pitchFamily="49" charset="0"/>
              </a:rPr>
              <a:t>today</a:t>
            </a:r>
            <a:r>
              <a:rPr lang="en-US" altLang="ja-JP" sz="1600" b="0" dirty="0">
                <a:solidFill>
                  <a:srgbClr val="353535"/>
                </a:solidFill>
                <a:effectLst/>
                <a:latin typeface="Consolas" panose="020B0609020204030204" pitchFamily="49" charset="0"/>
              </a:rPr>
              <a:t> = </a:t>
            </a:r>
            <a:r>
              <a:rPr lang="en-US" altLang="ja-JP" sz="1600" b="0" dirty="0" err="1">
                <a:solidFill>
                  <a:srgbClr val="353535"/>
                </a:solidFill>
                <a:effectLst/>
                <a:latin typeface="Consolas" panose="020B0609020204030204" pitchFamily="49" charset="0"/>
              </a:rPr>
              <a:t>datetime.datetime.now</a:t>
            </a:r>
            <a:r>
              <a:rPr lang="en-US" altLang="ja-JP" sz="1600" b="0" dirty="0">
                <a:solidFill>
                  <a:srgbClr val="353535"/>
                </a:solidFill>
                <a:effectLst/>
                <a:latin typeface="Consolas" panose="020B0609020204030204" pitchFamily="49" charset="0"/>
              </a:rPr>
              <a:t>()</a:t>
            </a:r>
          </a:p>
          <a:p>
            <a:pPr>
              <a:buNone/>
            </a:pPr>
            <a:r>
              <a:rPr lang="en-US" altLang="ja-JP" sz="1600" b="0" dirty="0">
                <a:solidFill>
                  <a:srgbClr val="353535"/>
                </a:solidFill>
                <a:effectLst/>
                <a:latin typeface="Consolas" panose="020B0609020204030204" pitchFamily="49" charset="0"/>
              </a:rPr>
              <a:t>    </a:t>
            </a:r>
            <a:r>
              <a:rPr lang="en-US" altLang="ja-JP" sz="1600" b="0" dirty="0" err="1">
                <a:solidFill>
                  <a:srgbClr val="386AC3"/>
                </a:solidFill>
                <a:effectLst/>
                <a:latin typeface="Consolas" panose="020B0609020204030204" pitchFamily="49" charset="0"/>
              </a:rPr>
              <a:t>umeko_birthday</a:t>
            </a:r>
            <a:r>
              <a:rPr lang="en-US" altLang="ja-JP" sz="1600" b="0" dirty="0">
                <a:solidFill>
                  <a:srgbClr val="353535"/>
                </a:solidFill>
                <a:effectLst/>
                <a:latin typeface="Consolas" panose="020B0609020204030204" pitchFamily="49" charset="0"/>
              </a:rPr>
              <a:t> = </a:t>
            </a:r>
            <a:r>
              <a:rPr lang="en-US" altLang="ja-JP" sz="1600" b="0" dirty="0" err="1">
                <a:solidFill>
                  <a:srgbClr val="353535"/>
                </a:solidFill>
                <a:effectLst/>
                <a:latin typeface="Consolas" panose="020B0609020204030204" pitchFamily="49" charset="0"/>
              </a:rPr>
              <a:t>self.birthday</a:t>
            </a:r>
            <a:endParaRPr lang="en-US" altLang="ja-JP" sz="1600" b="0" dirty="0">
              <a:solidFill>
                <a:srgbClr val="353535"/>
              </a:solidFill>
              <a:effectLst/>
              <a:latin typeface="Consolas" panose="020B0609020204030204" pitchFamily="49" charset="0"/>
            </a:endParaRPr>
          </a:p>
          <a:p>
            <a:pPr>
              <a:buNone/>
            </a:pPr>
            <a:r>
              <a:rPr lang="en-US" altLang="ja-JP" sz="1600" b="0" dirty="0">
                <a:solidFill>
                  <a:srgbClr val="353535"/>
                </a:solidFill>
                <a:effectLst/>
                <a:latin typeface="Consolas" panose="020B0609020204030204" pitchFamily="49" charset="0"/>
              </a:rPr>
              <a:t>    </a:t>
            </a:r>
            <a:r>
              <a:rPr lang="en-US" altLang="ja-JP" sz="1600" b="0" dirty="0">
                <a:solidFill>
                  <a:srgbClr val="386AC3"/>
                </a:solidFill>
                <a:effectLst/>
                <a:latin typeface="Consolas" panose="020B0609020204030204" pitchFamily="49" charset="0"/>
              </a:rPr>
              <a:t>age</a:t>
            </a:r>
            <a:r>
              <a:rPr lang="en-US" altLang="ja-JP" sz="1600" b="0" dirty="0">
                <a:solidFill>
                  <a:srgbClr val="353535"/>
                </a:solidFill>
                <a:effectLst/>
                <a:latin typeface="Consolas" panose="020B0609020204030204" pitchFamily="49" charset="0"/>
              </a:rPr>
              <a:t> = (int(</a:t>
            </a:r>
            <a:r>
              <a:rPr lang="en-US" altLang="ja-JP" sz="1600" b="0" dirty="0" err="1">
                <a:solidFill>
                  <a:srgbClr val="353535"/>
                </a:solidFill>
                <a:effectLst/>
                <a:latin typeface="Consolas" panose="020B0609020204030204" pitchFamily="49" charset="0"/>
              </a:rPr>
              <a:t>today.strftime</a:t>
            </a:r>
            <a:r>
              <a:rPr lang="en-US" altLang="ja-JP" sz="1600" b="0" dirty="0">
                <a:solidFill>
                  <a:srgbClr val="353535"/>
                </a:solidFill>
                <a:effectLst/>
                <a:latin typeface="Consolas" panose="020B0609020204030204" pitchFamily="49" charset="0"/>
              </a:rPr>
              <a:t>(</a:t>
            </a:r>
            <a:r>
              <a:rPr lang="en-US" altLang="ja-JP" sz="1600" b="0" dirty="0">
                <a:solidFill>
                  <a:srgbClr val="E88501"/>
                </a:solidFill>
                <a:effectLst/>
                <a:latin typeface="Consolas" panose="020B0609020204030204" pitchFamily="49" charset="0"/>
              </a:rPr>
              <a:t>"%</a:t>
            </a:r>
            <a:r>
              <a:rPr lang="en-US" altLang="ja-JP" sz="1600" b="0" dirty="0" err="1">
                <a:solidFill>
                  <a:srgbClr val="E88501"/>
                </a:solidFill>
                <a:effectLst/>
                <a:latin typeface="Consolas" panose="020B0609020204030204" pitchFamily="49" charset="0"/>
              </a:rPr>
              <a:t>Y%m%d</a:t>
            </a:r>
            <a:r>
              <a:rPr lang="en-US" altLang="ja-JP" sz="1600" b="0" dirty="0">
                <a:solidFill>
                  <a:srgbClr val="E88501"/>
                </a:solidFill>
                <a:effectLst/>
                <a:latin typeface="Consolas" panose="020B0609020204030204" pitchFamily="49" charset="0"/>
              </a:rPr>
              <a:t>"</a:t>
            </a:r>
            <a:r>
              <a:rPr lang="en-US" altLang="ja-JP" sz="1600" b="0" dirty="0">
                <a:solidFill>
                  <a:srgbClr val="353535"/>
                </a:solidFill>
                <a:effectLst/>
                <a:latin typeface="Consolas" panose="020B0609020204030204" pitchFamily="49" charset="0"/>
              </a:rPr>
              <a:t>)) - int(</a:t>
            </a:r>
            <a:r>
              <a:rPr lang="en-US" altLang="ja-JP" sz="1600" b="0" dirty="0" err="1">
                <a:solidFill>
                  <a:srgbClr val="353535"/>
                </a:solidFill>
                <a:effectLst/>
                <a:latin typeface="Consolas" panose="020B0609020204030204" pitchFamily="49" charset="0"/>
              </a:rPr>
              <a:t>umeko_birthday.strftime</a:t>
            </a:r>
            <a:r>
              <a:rPr lang="en-US" altLang="ja-JP" sz="1600" b="0" dirty="0">
                <a:solidFill>
                  <a:srgbClr val="353535"/>
                </a:solidFill>
                <a:effectLst/>
                <a:latin typeface="Consolas" panose="020B0609020204030204" pitchFamily="49" charset="0"/>
              </a:rPr>
              <a:t>(</a:t>
            </a:r>
            <a:r>
              <a:rPr lang="en-US" altLang="ja-JP" sz="1600" b="0" dirty="0">
                <a:solidFill>
                  <a:srgbClr val="E88501"/>
                </a:solidFill>
                <a:effectLst/>
                <a:latin typeface="Consolas" panose="020B0609020204030204" pitchFamily="49" charset="0"/>
              </a:rPr>
              <a:t>"%</a:t>
            </a:r>
            <a:r>
              <a:rPr lang="en-US" altLang="ja-JP" sz="1600" b="0" dirty="0" err="1">
                <a:solidFill>
                  <a:srgbClr val="E88501"/>
                </a:solidFill>
                <a:effectLst/>
                <a:latin typeface="Consolas" panose="020B0609020204030204" pitchFamily="49" charset="0"/>
              </a:rPr>
              <a:t>Y%m%d</a:t>
            </a:r>
            <a:r>
              <a:rPr lang="en-US" altLang="ja-JP" sz="1600" b="0" dirty="0">
                <a:solidFill>
                  <a:srgbClr val="E88501"/>
                </a:solidFill>
                <a:effectLst/>
                <a:latin typeface="Consolas" panose="020B0609020204030204" pitchFamily="49" charset="0"/>
              </a:rPr>
              <a:t>"</a:t>
            </a:r>
            <a:r>
              <a:rPr lang="en-US" altLang="ja-JP" sz="1600" b="0" dirty="0">
                <a:solidFill>
                  <a:srgbClr val="353535"/>
                </a:solidFill>
                <a:effectLst/>
                <a:latin typeface="Consolas" panose="020B0609020204030204" pitchFamily="49" charset="0"/>
              </a:rPr>
              <a:t>))) // 10000</a:t>
            </a:r>
          </a:p>
          <a:p>
            <a:r>
              <a:rPr lang="en-US" altLang="ja-JP" sz="1600" b="0" dirty="0">
                <a:solidFill>
                  <a:srgbClr val="353535"/>
                </a:solidFill>
                <a:effectLst/>
                <a:latin typeface="Consolas" panose="020B0609020204030204" pitchFamily="49" charset="0"/>
              </a:rPr>
              <a:t>    return age</a:t>
            </a:r>
          </a:p>
        </p:txBody>
      </p:sp>
      <p:sp>
        <p:nvSpPr>
          <p:cNvPr id="8" name="正方形/長方形 7">
            <a:extLst>
              <a:ext uri="{FF2B5EF4-FFF2-40B4-BE49-F238E27FC236}">
                <a16:creationId xmlns:a16="http://schemas.microsoft.com/office/drawing/2014/main" id="{BDE8E689-1FF0-A437-8E35-1C254552A690}"/>
              </a:ext>
            </a:extLst>
          </p:cNvPr>
          <p:cNvSpPr/>
          <p:nvPr/>
        </p:nvSpPr>
        <p:spPr>
          <a:xfrm>
            <a:off x="3359020" y="2344304"/>
            <a:ext cx="1380931" cy="278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クラス</a:t>
            </a:r>
          </a:p>
        </p:txBody>
      </p:sp>
      <p:sp>
        <p:nvSpPr>
          <p:cNvPr id="9" name="正方形/長方形 8">
            <a:extLst>
              <a:ext uri="{FF2B5EF4-FFF2-40B4-BE49-F238E27FC236}">
                <a16:creationId xmlns:a16="http://schemas.microsoft.com/office/drawing/2014/main" id="{1DE7C5A6-6D30-4EB4-8847-AFCB02034D8E}"/>
              </a:ext>
            </a:extLst>
          </p:cNvPr>
          <p:cNvSpPr/>
          <p:nvPr/>
        </p:nvSpPr>
        <p:spPr>
          <a:xfrm>
            <a:off x="4478694" y="2859323"/>
            <a:ext cx="2015412" cy="765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インスタンス変数</a:t>
            </a:r>
          </a:p>
        </p:txBody>
      </p:sp>
      <p:sp>
        <p:nvSpPr>
          <p:cNvPr id="10" name="正方形/長方形 9">
            <a:extLst>
              <a:ext uri="{FF2B5EF4-FFF2-40B4-BE49-F238E27FC236}">
                <a16:creationId xmlns:a16="http://schemas.microsoft.com/office/drawing/2014/main" id="{18824A28-A643-3572-EDD8-9A59531E3F9D}"/>
              </a:ext>
            </a:extLst>
          </p:cNvPr>
          <p:cNvSpPr/>
          <p:nvPr/>
        </p:nvSpPr>
        <p:spPr>
          <a:xfrm>
            <a:off x="3181739" y="4096127"/>
            <a:ext cx="1380931" cy="278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メソッド</a:t>
            </a:r>
          </a:p>
        </p:txBody>
      </p:sp>
      <p:sp>
        <p:nvSpPr>
          <p:cNvPr id="11" name="正方形/長方形 10">
            <a:extLst>
              <a:ext uri="{FF2B5EF4-FFF2-40B4-BE49-F238E27FC236}">
                <a16:creationId xmlns:a16="http://schemas.microsoft.com/office/drawing/2014/main" id="{E4963F19-4A48-A842-9EE6-9DF34B525C91}"/>
              </a:ext>
            </a:extLst>
          </p:cNvPr>
          <p:cNvSpPr/>
          <p:nvPr/>
        </p:nvSpPr>
        <p:spPr>
          <a:xfrm>
            <a:off x="6046237" y="2577569"/>
            <a:ext cx="2127379" cy="278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コンストラクタ</a:t>
            </a:r>
          </a:p>
        </p:txBody>
      </p:sp>
    </p:spTree>
    <p:extLst>
      <p:ext uri="{BB962C8B-B14F-4D97-AF65-F5344CB8AC3E}">
        <p14:creationId xmlns:p14="http://schemas.microsoft.com/office/powerpoint/2010/main" val="4029985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6D888CEC-C7CE-9B74-412A-FF9AB2CCDAF2}"/>
              </a:ext>
            </a:extLst>
          </p:cNvPr>
          <p:cNvSpPr/>
          <p:nvPr/>
        </p:nvSpPr>
        <p:spPr>
          <a:xfrm>
            <a:off x="4853474" y="4019328"/>
            <a:ext cx="2600131" cy="20548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2" name="フッター プレースホルダー 1">
            <a:extLst>
              <a:ext uri="{FF2B5EF4-FFF2-40B4-BE49-F238E27FC236}">
                <a16:creationId xmlns:a16="http://schemas.microsoft.com/office/drawing/2014/main" id="{4050ACDA-3253-58E3-AAFF-66351C23D91F}"/>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EAAEE446-A55E-0A41-EB5C-AA57CD60CAA0}"/>
              </a:ext>
            </a:extLst>
          </p:cNvPr>
          <p:cNvSpPr>
            <a:spLocks noGrp="1"/>
          </p:cNvSpPr>
          <p:nvPr>
            <p:ph type="title"/>
          </p:nvPr>
        </p:nvSpPr>
        <p:spPr/>
        <p:txBody>
          <a:bodyPr/>
          <a:lstStyle/>
          <a:p>
            <a:r>
              <a:rPr kumimoji="1" lang="ja-JP" altLang="en-US" dirty="0"/>
              <a:t>差分プログラミングとは</a:t>
            </a:r>
          </a:p>
        </p:txBody>
      </p:sp>
      <p:sp>
        <p:nvSpPr>
          <p:cNvPr id="4" name="コンテンツ プレースホルダー 3">
            <a:extLst>
              <a:ext uri="{FF2B5EF4-FFF2-40B4-BE49-F238E27FC236}">
                <a16:creationId xmlns:a16="http://schemas.microsoft.com/office/drawing/2014/main" id="{9F6348CF-82AA-ADDF-5D47-A0952CC6921F}"/>
              </a:ext>
            </a:extLst>
          </p:cNvPr>
          <p:cNvSpPr>
            <a:spLocks noGrp="1"/>
          </p:cNvSpPr>
          <p:nvPr>
            <p:ph idx="1"/>
          </p:nvPr>
        </p:nvSpPr>
        <p:spPr>
          <a:xfrm>
            <a:off x="1355270" y="1825625"/>
            <a:ext cx="9998529" cy="4351338"/>
          </a:xfrm>
        </p:spPr>
        <p:txBody>
          <a:bodyPr/>
          <a:lstStyle/>
          <a:p>
            <a:r>
              <a:rPr kumimoji="1" lang="ja-JP" altLang="en-US" dirty="0"/>
              <a:t>既存のプログラムやクラスを継承する</a:t>
            </a:r>
          </a:p>
          <a:p>
            <a:r>
              <a:rPr kumimoji="1" lang="ja-JP" altLang="en-US" u="sng" dirty="0"/>
              <a:t>必要な部分だけ</a:t>
            </a:r>
            <a:r>
              <a:rPr kumimoji="1" lang="ja-JP" altLang="en-US" dirty="0"/>
              <a:t>追加で実装する</a:t>
            </a:r>
          </a:p>
          <a:p>
            <a:r>
              <a:rPr lang="ja-JP" altLang="en-US" dirty="0"/>
              <a:t>これによりプログラムの生産性が飛躍的に向上する</a:t>
            </a:r>
            <a:endParaRPr kumimoji="1" lang="ja-JP" altLang="en-US" dirty="0"/>
          </a:p>
        </p:txBody>
      </p:sp>
      <p:sp>
        <p:nvSpPr>
          <p:cNvPr id="5" name="日付プレースホルダー 4">
            <a:extLst>
              <a:ext uri="{FF2B5EF4-FFF2-40B4-BE49-F238E27FC236}">
                <a16:creationId xmlns:a16="http://schemas.microsoft.com/office/drawing/2014/main" id="{62E50BE5-E751-F012-EE37-F03830DE710B}"/>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CE1BCDFF-8018-D8AF-EDB2-B2343E896F82}"/>
              </a:ext>
            </a:extLst>
          </p:cNvPr>
          <p:cNvSpPr>
            <a:spLocks noGrp="1"/>
          </p:cNvSpPr>
          <p:nvPr>
            <p:ph type="sldNum" sz="quarter" idx="12"/>
          </p:nvPr>
        </p:nvSpPr>
        <p:spPr/>
        <p:txBody>
          <a:bodyPr/>
          <a:lstStyle/>
          <a:p>
            <a:fld id="{B4DA0251-0B3B-4C1C-96DC-5D2833458AB2}" type="slidenum">
              <a:rPr kumimoji="1" lang="ja-JP" altLang="en-US" smtClean="0"/>
              <a:t>8</a:t>
            </a:fld>
            <a:endParaRPr kumimoji="1" lang="ja-JP" altLang="en-US"/>
          </a:p>
        </p:txBody>
      </p:sp>
      <p:sp>
        <p:nvSpPr>
          <p:cNvPr id="7" name="四角形: 角を丸くする 6">
            <a:extLst>
              <a:ext uri="{FF2B5EF4-FFF2-40B4-BE49-F238E27FC236}">
                <a16:creationId xmlns:a16="http://schemas.microsoft.com/office/drawing/2014/main" id="{76814DC1-A437-4FCF-4E18-507D1BF60BF3}"/>
              </a:ext>
            </a:extLst>
          </p:cNvPr>
          <p:cNvSpPr/>
          <p:nvPr/>
        </p:nvSpPr>
        <p:spPr>
          <a:xfrm>
            <a:off x="1838130" y="3554963"/>
            <a:ext cx="2043405" cy="25192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4428B67-EF1F-AD0F-A747-AB38DBE145BA}"/>
              </a:ext>
            </a:extLst>
          </p:cNvPr>
          <p:cNvSpPr txBox="1"/>
          <p:nvPr/>
        </p:nvSpPr>
        <p:spPr>
          <a:xfrm>
            <a:off x="2108718" y="3652474"/>
            <a:ext cx="1408922" cy="369332"/>
          </a:xfrm>
          <a:prstGeom prst="rect">
            <a:avLst/>
          </a:prstGeom>
          <a:noFill/>
        </p:spPr>
        <p:txBody>
          <a:bodyPr wrap="square" rtlCol="0">
            <a:spAutoFit/>
          </a:bodyPr>
          <a:lstStyle/>
          <a:p>
            <a:r>
              <a:rPr kumimoji="1" lang="ja-JP" altLang="en-US" dirty="0">
                <a:solidFill>
                  <a:schemeClr val="bg1"/>
                </a:solidFill>
                <a:latin typeface="+mj-ea"/>
                <a:ea typeface="+mj-ea"/>
              </a:rPr>
              <a:t>クラス</a:t>
            </a:r>
          </a:p>
        </p:txBody>
      </p:sp>
      <p:sp>
        <p:nvSpPr>
          <p:cNvPr id="9" name="正方形/長方形 8">
            <a:extLst>
              <a:ext uri="{FF2B5EF4-FFF2-40B4-BE49-F238E27FC236}">
                <a16:creationId xmlns:a16="http://schemas.microsoft.com/office/drawing/2014/main" id="{745BF9B4-4F6B-582C-7A52-921E774B27C2}"/>
              </a:ext>
            </a:extLst>
          </p:cNvPr>
          <p:cNvSpPr/>
          <p:nvPr/>
        </p:nvSpPr>
        <p:spPr>
          <a:xfrm>
            <a:off x="2108718" y="5016065"/>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メソッド</a:t>
            </a:r>
            <a:r>
              <a:rPr kumimoji="1" lang="en-US" altLang="ja-JP" sz="1600" dirty="0">
                <a:solidFill>
                  <a:schemeClr val="tx1"/>
                </a:solidFill>
                <a:latin typeface="+mj-ea"/>
                <a:ea typeface="+mj-ea"/>
              </a:rPr>
              <a:t>A</a:t>
            </a:r>
            <a:endParaRPr kumimoji="1" lang="ja-JP" altLang="en-US" sz="1600" dirty="0">
              <a:solidFill>
                <a:schemeClr val="tx1"/>
              </a:solidFill>
              <a:latin typeface="+mj-ea"/>
              <a:ea typeface="+mj-ea"/>
            </a:endParaRPr>
          </a:p>
        </p:txBody>
      </p:sp>
      <p:sp>
        <p:nvSpPr>
          <p:cNvPr id="11" name="正方形/長方形 10">
            <a:extLst>
              <a:ext uri="{FF2B5EF4-FFF2-40B4-BE49-F238E27FC236}">
                <a16:creationId xmlns:a16="http://schemas.microsoft.com/office/drawing/2014/main" id="{3F2C39AD-52F4-517F-7C5C-21E35729697A}"/>
              </a:ext>
            </a:extLst>
          </p:cNvPr>
          <p:cNvSpPr/>
          <p:nvPr/>
        </p:nvSpPr>
        <p:spPr>
          <a:xfrm>
            <a:off x="2108718" y="4034717"/>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メンバ </a:t>
            </a:r>
            <a:r>
              <a:rPr lang="en-US" altLang="ja-JP" sz="1600" dirty="0">
                <a:solidFill>
                  <a:schemeClr val="tx1"/>
                </a:solidFill>
                <a:latin typeface="+mj-ea"/>
                <a:ea typeface="+mj-ea"/>
              </a:rPr>
              <a:t>a</a:t>
            </a:r>
            <a:endParaRPr kumimoji="1" lang="ja-JP" altLang="en-US" sz="1600" dirty="0">
              <a:solidFill>
                <a:schemeClr val="tx1"/>
              </a:solidFill>
              <a:latin typeface="+mj-ea"/>
              <a:ea typeface="+mj-ea"/>
            </a:endParaRPr>
          </a:p>
        </p:txBody>
      </p:sp>
      <p:sp>
        <p:nvSpPr>
          <p:cNvPr id="12" name="正方形/長方形 11">
            <a:extLst>
              <a:ext uri="{FF2B5EF4-FFF2-40B4-BE49-F238E27FC236}">
                <a16:creationId xmlns:a16="http://schemas.microsoft.com/office/drawing/2014/main" id="{0C2E3741-79E3-7181-2E05-64A59E66F085}"/>
              </a:ext>
            </a:extLst>
          </p:cNvPr>
          <p:cNvSpPr/>
          <p:nvPr/>
        </p:nvSpPr>
        <p:spPr>
          <a:xfrm>
            <a:off x="2108718" y="4525391"/>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メンバ </a:t>
            </a:r>
            <a:r>
              <a:rPr kumimoji="1"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sp>
        <p:nvSpPr>
          <p:cNvPr id="13" name="正方形/長方形 12">
            <a:extLst>
              <a:ext uri="{FF2B5EF4-FFF2-40B4-BE49-F238E27FC236}">
                <a16:creationId xmlns:a16="http://schemas.microsoft.com/office/drawing/2014/main" id="{B8B5270D-26EF-862B-C31D-6C829D3D17EB}"/>
              </a:ext>
            </a:extLst>
          </p:cNvPr>
          <p:cNvSpPr/>
          <p:nvPr/>
        </p:nvSpPr>
        <p:spPr>
          <a:xfrm>
            <a:off x="2108718" y="5506739"/>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メソッド</a:t>
            </a:r>
            <a:r>
              <a:rPr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sp>
        <p:nvSpPr>
          <p:cNvPr id="14" name="四角形: 角を丸くする 13">
            <a:extLst>
              <a:ext uri="{FF2B5EF4-FFF2-40B4-BE49-F238E27FC236}">
                <a16:creationId xmlns:a16="http://schemas.microsoft.com/office/drawing/2014/main" id="{EEAC83C8-5B74-8016-7910-9CE9C0EBF37E}"/>
              </a:ext>
            </a:extLst>
          </p:cNvPr>
          <p:cNvSpPr/>
          <p:nvPr/>
        </p:nvSpPr>
        <p:spPr>
          <a:xfrm>
            <a:off x="8276253" y="3554963"/>
            <a:ext cx="2043405" cy="2519266"/>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21A8980B-CF63-FED5-D670-E55E1063EF39}"/>
              </a:ext>
            </a:extLst>
          </p:cNvPr>
          <p:cNvSpPr txBox="1"/>
          <p:nvPr/>
        </p:nvSpPr>
        <p:spPr>
          <a:xfrm>
            <a:off x="8546841" y="3652474"/>
            <a:ext cx="1408922" cy="369332"/>
          </a:xfrm>
          <a:prstGeom prst="rect">
            <a:avLst/>
          </a:prstGeom>
          <a:noFill/>
        </p:spPr>
        <p:txBody>
          <a:bodyPr wrap="square" rtlCol="0">
            <a:spAutoFit/>
          </a:bodyPr>
          <a:lstStyle/>
          <a:p>
            <a:r>
              <a:rPr lang="ja-JP" altLang="en-US" dirty="0">
                <a:solidFill>
                  <a:schemeClr val="bg1"/>
                </a:solidFill>
                <a:latin typeface="+mj-ea"/>
                <a:ea typeface="+mj-ea"/>
              </a:rPr>
              <a:t>子</a:t>
            </a:r>
            <a:r>
              <a:rPr kumimoji="1" lang="ja-JP" altLang="en-US" dirty="0">
                <a:solidFill>
                  <a:schemeClr val="bg1"/>
                </a:solidFill>
                <a:latin typeface="+mj-ea"/>
                <a:ea typeface="+mj-ea"/>
              </a:rPr>
              <a:t>クラス</a:t>
            </a:r>
          </a:p>
        </p:txBody>
      </p:sp>
      <p:sp>
        <p:nvSpPr>
          <p:cNvPr id="16" name="正方形/長方形 15">
            <a:extLst>
              <a:ext uri="{FF2B5EF4-FFF2-40B4-BE49-F238E27FC236}">
                <a16:creationId xmlns:a16="http://schemas.microsoft.com/office/drawing/2014/main" id="{19212ED2-4FBD-5CD0-D6CC-A343600CC085}"/>
              </a:ext>
            </a:extLst>
          </p:cNvPr>
          <p:cNvSpPr/>
          <p:nvPr/>
        </p:nvSpPr>
        <p:spPr>
          <a:xfrm>
            <a:off x="8546841" y="5016065"/>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メソッド </a:t>
            </a:r>
            <a:r>
              <a:rPr kumimoji="1" lang="en-US" altLang="ja-JP" sz="1600" dirty="0">
                <a:solidFill>
                  <a:schemeClr val="tx1"/>
                </a:solidFill>
                <a:latin typeface="+mj-ea"/>
                <a:ea typeface="+mj-ea"/>
              </a:rPr>
              <a:t>A</a:t>
            </a:r>
            <a:endParaRPr kumimoji="1" lang="ja-JP" altLang="en-US" sz="1600" dirty="0">
              <a:solidFill>
                <a:schemeClr val="tx1"/>
              </a:solidFill>
              <a:latin typeface="+mj-ea"/>
              <a:ea typeface="+mj-ea"/>
            </a:endParaRPr>
          </a:p>
        </p:txBody>
      </p:sp>
      <p:sp>
        <p:nvSpPr>
          <p:cNvPr id="17" name="正方形/長方形 16">
            <a:extLst>
              <a:ext uri="{FF2B5EF4-FFF2-40B4-BE49-F238E27FC236}">
                <a16:creationId xmlns:a16="http://schemas.microsoft.com/office/drawing/2014/main" id="{350E2B48-2CD9-0BB9-7903-6DE25FF5BAF2}"/>
              </a:ext>
            </a:extLst>
          </p:cNvPr>
          <p:cNvSpPr/>
          <p:nvPr/>
        </p:nvSpPr>
        <p:spPr>
          <a:xfrm>
            <a:off x="8546841" y="4034717"/>
            <a:ext cx="2239347"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sz="1600" dirty="0">
                <a:solidFill>
                  <a:schemeClr val="tx1"/>
                </a:solidFill>
                <a:latin typeface="+mj-ea"/>
                <a:ea typeface="+mj-ea"/>
              </a:rPr>
              <a:t>メンバ </a:t>
            </a:r>
            <a:r>
              <a:rPr lang="en-US" altLang="ja-JP" sz="1600" dirty="0">
                <a:solidFill>
                  <a:schemeClr val="tx1"/>
                </a:solidFill>
                <a:latin typeface="+mj-ea"/>
                <a:ea typeface="+mj-ea"/>
              </a:rPr>
              <a:t>a</a:t>
            </a:r>
            <a:endParaRPr kumimoji="1" lang="ja-JP" altLang="en-US" sz="1600" dirty="0">
              <a:solidFill>
                <a:schemeClr val="tx1"/>
              </a:solidFill>
              <a:latin typeface="+mj-ea"/>
              <a:ea typeface="+mj-ea"/>
            </a:endParaRPr>
          </a:p>
        </p:txBody>
      </p:sp>
      <p:sp>
        <p:nvSpPr>
          <p:cNvPr id="18" name="正方形/長方形 17">
            <a:extLst>
              <a:ext uri="{FF2B5EF4-FFF2-40B4-BE49-F238E27FC236}">
                <a16:creationId xmlns:a16="http://schemas.microsoft.com/office/drawing/2014/main" id="{06A3CE89-8ABC-67DD-04F7-CC0F82F829C9}"/>
              </a:ext>
            </a:extLst>
          </p:cNvPr>
          <p:cNvSpPr/>
          <p:nvPr/>
        </p:nvSpPr>
        <p:spPr>
          <a:xfrm>
            <a:off x="8546841" y="4525391"/>
            <a:ext cx="2239347" cy="36933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1600" dirty="0">
                <a:solidFill>
                  <a:schemeClr val="tx1"/>
                </a:solidFill>
                <a:latin typeface="+mj-ea"/>
                <a:ea typeface="+mj-ea"/>
              </a:rPr>
              <a:t>メンバ </a:t>
            </a:r>
            <a:r>
              <a:rPr kumimoji="1"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46C164AA-CBD8-C068-A9A2-5BEFD64D4272}"/>
              </a:ext>
            </a:extLst>
          </p:cNvPr>
          <p:cNvSpPr/>
          <p:nvPr/>
        </p:nvSpPr>
        <p:spPr>
          <a:xfrm>
            <a:off x="8546841" y="5506739"/>
            <a:ext cx="2239347" cy="36933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1600" dirty="0">
                <a:solidFill>
                  <a:schemeClr val="tx1"/>
                </a:solidFill>
                <a:latin typeface="+mj-ea"/>
                <a:ea typeface="+mj-ea"/>
              </a:rPr>
              <a:t>メソッド </a:t>
            </a:r>
            <a:r>
              <a:rPr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cxnSp>
        <p:nvCxnSpPr>
          <p:cNvPr id="21" name="直線矢印コネクタ 20">
            <a:extLst>
              <a:ext uri="{FF2B5EF4-FFF2-40B4-BE49-F238E27FC236}">
                <a16:creationId xmlns:a16="http://schemas.microsoft.com/office/drawing/2014/main" id="{C5A3910C-A7E8-9150-878A-7BD2326150DF}"/>
              </a:ext>
            </a:extLst>
          </p:cNvPr>
          <p:cNvCxnSpPr>
            <a:cxnSpLocks/>
          </p:cNvCxnSpPr>
          <p:nvPr/>
        </p:nvCxnSpPr>
        <p:spPr>
          <a:xfrm>
            <a:off x="4114800" y="3816220"/>
            <a:ext cx="4077478" cy="0"/>
          </a:xfrm>
          <a:prstGeom prst="straightConnector1">
            <a:avLst/>
          </a:prstGeom>
          <a:ln w="571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テキスト ボックス 21">
            <a:extLst>
              <a:ext uri="{FF2B5EF4-FFF2-40B4-BE49-F238E27FC236}">
                <a16:creationId xmlns:a16="http://schemas.microsoft.com/office/drawing/2014/main" id="{6CD9988A-BCB9-425A-20E4-E907CEB0ABDE}"/>
              </a:ext>
            </a:extLst>
          </p:cNvPr>
          <p:cNvSpPr txBox="1"/>
          <p:nvPr/>
        </p:nvSpPr>
        <p:spPr>
          <a:xfrm>
            <a:off x="5080519" y="3314626"/>
            <a:ext cx="2146041" cy="523220"/>
          </a:xfrm>
          <a:prstGeom prst="rect">
            <a:avLst/>
          </a:prstGeom>
          <a:noFill/>
        </p:spPr>
        <p:txBody>
          <a:bodyPr wrap="square" rtlCol="0">
            <a:spAutoFit/>
          </a:bodyPr>
          <a:lstStyle/>
          <a:p>
            <a:pPr algn="ctr"/>
            <a:r>
              <a:rPr lang="ja-JP" altLang="en-US" sz="2800" dirty="0">
                <a:solidFill>
                  <a:schemeClr val="accent1"/>
                </a:solidFill>
              </a:rPr>
              <a:t>継承</a:t>
            </a:r>
            <a:endParaRPr kumimoji="1" lang="ja-JP" altLang="en-US" sz="2800" dirty="0">
              <a:solidFill>
                <a:schemeClr val="accent1"/>
              </a:solidFill>
            </a:endParaRPr>
          </a:p>
        </p:txBody>
      </p:sp>
      <p:sp>
        <p:nvSpPr>
          <p:cNvPr id="23" name="正方形/長方形 22">
            <a:extLst>
              <a:ext uri="{FF2B5EF4-FFF2-40B4-BE49-F238E27FC236}">
                <a16:creationId xmlns:a16="http://schemas.microsoft.com/office/drawing/2014/main" id="{FDF49C73-1AB4-B5BD-E076-3BEAE1AA85A7}"/>
              </a:ext>
            </a:extLst>
          </p:cNvPr>
          <p:cNvSpPr/>
          <p:nvPr/>
        </p:nvSpPr>
        <p:spPr>
          <a:xfrm>
            <a:off x="5033866" y="4525391"/>
            <a:ext cx="2239347" cy="36933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1600" dirty="0">
                <a:solidFill>
                  <a:schemeClr val="tx1"/>
                </a:solidFill>
                <a:latin typeface="+mj-ea"/>
                <a:ea typeface="+mj-ea"/>
              </a:rPr>
              <a:t>メンバ </a:t>
            </a:r>
            <a:r>
              <a:rPr kumimoji="1"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sp>
        <p:nvSpPr>
          <p:cNvPr id="24" name="正方形/長方形 23">
            <a:extLst>
              <a:ext uri="{FF2B5EF4-FFF2-40B4-BE49-F238E27FC236}">
                <a16:creationId xmlns:a16="http://schemas.microsoft.com/office/drawing/2014/main" id="{046E0702-1521-8C48-FD54-E79BDBA52B37}"/>
              </a:ext>
            </a:extLst>
          </p:cNvPr>
          <p:cNvSpPr/>
          <p:nvPr/>
        </p:nvSpPr>
        <p:spPr>
          <a:xfrm>
            <a:off x="5033866" y="5506739"/>
            <a:ext cx="2239347" cy="36933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1600" dirty="0">
                <a:solidFill>
                  <a:schemeClr val="tx1"/>
                </a:solidFill>
                <a:latin typeface="+mj-ea"/>
                <a:ea typeface="+mj-ea"/>
              </a:rPr>
              <a:t>メソッド </a:t>
            </a:r>
            <a:r>
              <a:rPr lang="en-US" altLang="ja-JP" sz="1600" dirty="0">
                <a:solidFill>
                  <a:schemeClr val="tx1"/>
                </a:solidFill>
                <a:latin typeface="+mj-ea"/>
                <a:ea typeface="+mj-ea"/>
              </a:rPr>
              <a:t>B</a:t>
            </a:r>
            <a:endParaRPr kumimoji="1" lang="ja-JP" altLang="en-US" sz="1600" dirty="0">
              <a:solidFill>
                <a:schemeClr val="tx1"/>
              </a:solidFill>
              <a:latin typeface="+mj-ea"/>
              <a:ea typeface="+mj-ea"/>
            </a:endParaRPr>
          </a:p>
        </p:txBody>
      </p:sp>
      <p:sp>
        <p:nvSpPr>
          <p:cNvPr id="25" name="テキスト ボックス 24">
            <a:extLst>
              <a:ext uri="{FF2B5EF4-FFF2-40B4-BE49-F238E27FC236}">
                <a16:creationId xmlns:a16="http://schemas.microsoft.com/office/drawing/2014/main" id="{D10C3ADA-72AE-B901-23B7-666D2FC00BEB}"/>
              </a:ext>
            </a:extLst>
          </p:cNvPr>
          <p:cNvSpPr txBox="1"/>
          <p:nvPr/>
        </p:nvSpPr>
        <p:spPr>
          <a:xfrm>
            <a:off x="5080519" y="4146906"/>
            <a:ext cx="2146041" cy="400110"/>
          </a:xfrm>
          <a:prstGeom prst="rect">
            <a:avLst/>
          </a:prstGeom>
          <a:noFill/>
        </p:spPr>
        <p:txBody>
          <a:bodyPr wrap="square" rtlCol="0">
            <a:spAutoFit/>
          </a:bodyPr>
          <a:lstStyle/>
          <a:p>
            <a:pPr algn="ctr"/>
            <a:r>
              <a:rPr kumimoji="1" lang="ja-JP" altLang="en-US" sz="2000" dirty="0">
                <a:solidFill>
                  <a:schemeClr val="accent2"/>
                </a:solidFill>
              </a:rPr>
              <a:t>オーバーライド</a:t>
            </a:r>
          </a:p>
        </p:txBody>
      </p:sp>
      <p:sp>
        <p:nvSpPr>
          <p:cNvPr id="27" name="テキスト ボックス 26">
            <a:extLst>
              <a:ext uri="{FF2B5EF4-FFF2-40B4-BE49-F238E27FC236}">
                <a16:creationId xmlns:a16="http://schemas.microsoft.com/office/drawing/2014/main" id="{C26E2CE5-36A0-7169-AFD7-735FAE7AF3BD}"/>
              </a:ext>
            </a:extLst>
          </p:cNvPr>
          <p:cNvSpPr txBox="1"/>
          <p:nvPr/>
        </p:nvSpPr>
        <p:spPr>
          <a:xfrm>
            <a:off x="5033866" y="5029348"/>
            <a:ext cx="2429848" cy="369332"/>
          </a:xfrm>
          <a:prstGeom prst="rect">
            <a:avLst/>
          </a:prstGeom>
          <a:noFill/>
        </p:spPr>
        <p:txBody>
          <a:bodyPr wrap="square" rtlCol="0">
            <a:spAutoFit/>
          </a:bodyPr>
          <a:lstStyle/>
          <a:p>
            <a:pPr algn="ctr"/>
            <a:r>
              <a:rPr kumimoji="1" lang="ja-JP" altLang="en-US" dirty="0"/>
              <a:t>差分だけ実装</a:t>
            </a:r>
          </a:p>
        </p:txBody>
      </p:sp>
    </p:spTree>
    <p:extLst>
      <p:ext uri="{BB962C8B-B14F-4D97-AF65-F5344CB8AC3E}">
        <p14:creationId xmlns:p14="http://schemas.microsoft.com/office/powerpoint/2010/main" val="131716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C4F550-F4FB-84B5-4053-FF0E87EE0B8A}"/>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FACF38EA-1D1C-A17C-DB93-279A58531455}"/>
              </a:ext>
            </a:extLst>
          </p:cNvPr>
          <p:cNvSpPr>
            <a:spLocks noGrp="1"/>
          </p:cNvSpPr>
          <p:nvPr>
            <p:ph type="title"/>
          </p:nvPr>
        </p:nvSpPr>
        <p:spPr/>
        <p:txBody>
          <a:bodyPr/>
          <a:lstStyle/>
          <a:p>
            <a:r>
              <a:rPr kumimoji="1" lang="ja-JP" altLang="en-US" dirty="0"/>
              <a:t>似顔絵描画クラス</a:t>
            </a:r>
          </a:p>
        </p:txBody>
      </p:sp>
      <p:sp>
        <p:nvSpPr>
          <p:cNvPr id="4" name="コンテンツ プレースホルダー 3">
            <a:extLst>
              <a:ext uri="{FF2B5EF4-FFF2-40B4-BE49-F238E27FC236}">
                <a16:creationId xmlns:a16="http://schemas.microsoft.com/office/drawing/2014/main" id="{F19CCA7A-8EB6-AF54-0FCA-992547F2C4CD}"/>
              </a:ext>
            </a:extLst>
          </p:cNvPr>
          <p:cNvSpPr>
            <a:spLocks noGrp="1"/>
          </p:cNvSpPr>
          <p:nvPr>
            <p:ph idx="1"/>
          </p:nvPr>
        </p:nvSpPr>
        <p:spPr>
          <a:xfrm>
            <a:off x="1355269" y="1825624"/>
            <a:ext cx="10280003" cy="4752457"/>
          </a:xfrm>
        </p:spPr>
        <p:txBody>
          <a:bodyPr>
            <a:normAutofit/>
          </a:bodyPr>
          <a:lstStyle/>
          <a:p>
            <a:r>
              <a:rPr kumimoji="1" lang="ja-JP" altLang="en-US" dirty="0"/>
              <a:t>この講義の為に作った似顔絵描画クラス</a:t>
            </a:r>
            <a:r>
              <a:rPr kumimoji="1" lang="en-US" altLang="ja-JP" dirty="0" err="1"/>
              <a:t>SelfPortrait</a:t>
            </a:r>
            <a:endParaRPr kumimoji="1" lang="en-US" altLang="ja-JP" dirty="0"/>
          </a:p>
          <a:p>
            <a:pPr lvl="1"/>
            <a:r>
              <a:rPr lang="en-US" altLang="ja-JP" dirty="0"/>
              <a:t>GitHub</a:t>
            </a:r>
            <a:r>
              <a:rPr lang="ja-JP" altLang="en-US" dirty="0"/>
              <a:t>上にあるので以下のコマンドで</a:t>
            </a:r>
            <a:r>
              <a:rPr lang="en-US" altLang="ja-JP" dirty="0" err="1"/>
              <a:t>Colab</a:t>
            </a:r>
            <a:r>
              <a:rPr lang="ja-JP" altLang="en-US" dirty="0"/>
              <a:t>にインストールできます</a:t>
            </a:r>
            <a:endParaRPr lang="en-US" altLang="ja-JP" dirty="0"/>
          </a:p>
          <a:p>
            <a:pPr lvl="1"/>
            <a:endParaRPr lang="en-US" altLang="ja-JP" dirty="0"/>
          </a:p>
          <a:p>
            <a:pPr lvl="1"/>
            <a:endParaRPr lang="en-US" altLang="ja-JP" dirty="0"/>
          </a:p>
          <a:p>
            <a:pPr marL="457200" lvl="1" indent="0">
              <a:buNone/>
            </a:pPr>
            <a:endParaRPr lang="en-US" altLang="ja-JP" dirty="0"/>
          </a:p>
          <a:p>
            <a:r>
              <a:rPr lang="ja-JP" altLang="en-US" dirty="0"/>
              <a:t>インストールしたクラスは</a:t>
            </a:r>
            <a:r>
              <a:rPr lang="en-US" altLang="ja-JP" dirty="0"/>
              <a:t>from</a:t>
            </a:r>
            <a:r>
              <a:rPr lang="ja-JP" altLang="en-US" dirty="0"/>
              <a:t>～</a:t>
            </a:r>
            <a:r>
              <a:rPr lang="en-US" altLang="ja-JP" dirty="0"/>
              <a:t>import</a:t>
            </a:r>
            <a:r>
              <a:rPr lang="ja-JP" altLang="en-US" dirty="0"/>
              <a:t>文で取り込みます</a:t>
            </a:r>
            <a:endParaRPr lang="en-US" altLang="ja-JP" dirty="0"/>
          </a:p>
          <a:p>
            <a:endParaRPr lang="en-US" altLang="ja-JP" dirty="0"/>
          </a:p>
          <a:p>
            <a:endParaRPr lang="en-US" altLang="ja-JP" dirty="0"/>
          </a:p>
          <a:p>
            <a:r>
              <a:rPr lang="ja-JP" altLang="en-US" dirty="0"/>
              <a:t>ここまですればコード内で</a:t>
            </a:r>
            <a:r>
              <a:rPr lang="en-US" altLang="ja-JP" dirty="0" err="1"/>
              <a:t>SelfPortrait</a:t>
            </a:r>
            <a:r>
              <a:rPr lang="ja-JP" altLang="en-US" dirty="0"/>
              <a:t>クラスを使えます</a:t>
            </a:r>
            <a:endParaRPr lang="en-US" altLang="ja-JP" dirty="0"/>
          </a:p>
          <a:p>
            <a:pPr lvl="1"/>
            <a:endParaRPr kumimoji="1" lang="en-US" altLang="ja-JP" dirty="0"/>
          </a:p>
        </p:txBody>
      </p:sp>
      <p:sp>
        <p:nvSpPr>
          <p:cNvPr id="5" name="日付プレースホルダー 4">
            <a:extLst>
              <a:ext uri="{FF2B5EF4-FFF2-40B4-BE49-F238E27FC236}">
                <a16:creationId xmlns:a16="http://schemas.microsoft.com/office/drawing/2014/main" id="{17F631A7-18C9-F5DB-79B3-E4F0E3F96AAF}"/>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6ABBF0CA-2666-0C2F-6245-AB2387D455A7}"/>
              </a:ext>
            </a:extLst>
          </p:cNvPr>
          <p:cNvSpPr>
            <a:spLocks noGrp="1"/>
          </p:cNvSpPr>
          <p:nvPr>
            <p:ph type="sldNum" sz="quarter" idx="12"/>
          </p:nvPr>
        </p:nvSpPr>
        <p:spPr/>
        <p:txBody>
          <a:bodyPr/>
          <a:lstStyle/>
          <a:p>
            <a:fld id="{B4DA0251-0B3B-4C1C-96DC-5D2833458AB2}" type="slidenum">
              <a:rPr kumimoji="1" lang="ja-JP" altLang="en-US" smtClean="0"/>
              <a:t>9</a:t>
            </a:fld>
            <a:endParaRPr kumimoji="1" lang="ja-JP" altLang="en-US"/>
          </a:p>
        </p:txBody>
      </p:sp>
      <p:sp>
        <p:nvSpPr>
          <p:cNvPr id="7" name="テキスト ボックス 6">
            <a:extLst>
              <a:ext uri="{FF2B5EF4-FFF2-40B4-BE49-F238E27FC236}">
                <a16:creationId xmlns:a16="http://schemas.microsoft.com/office/drawing/2014/main" id="{C0A6A24A-9B0F-D09E-510B-A27B4F3A129F}"/>
              </a:ext>
            </a:extLst>
          </p:cNvPr>
          <p:cNvSpPr txBox="1"/>
          <p:nvPr/>
        </p:nvSpPr>
        <p:spPr>
          <a:xfrm>
            <a:off x="1483567" y="2726858"/>
            <a:ext cx="9870232" cy="369332"/>
          </a:xfrm>
          <a:prstGeom prst="rect">
            <a:avLst/>
          </a:prstGeom>
          <a:solidFill>
            <a:schemeClr val="tx1">
              <a:lumMod val="20000"/>
              <a:lumOff val="80000"/>
            </a:schemeClr>
          </a:solidFill>
        </p:spPr>
        <p:txBody>
          <a:bodyPr wrap="square" rtlCol="0">
            <a:spAutoFit/>
          </a:bodyPr>
          <a:lstStyle/>
          <a:p>
            <a:pPr>
              <a:buNone/>
            </a:pPr>
            <a:r>
              <a:rPr lang="en-US" altLang="ja-JP" b="0" dirty="0">
                <a:solidFill>
                  <a:srgbClr val="0000FF"/>
                </a:solidFill>
                <a:effectLst/>
                <a:latin typeface="Courier New" panose="02070309020205020404" pitchFamily="49" charset="0"/>
              </a:rPr>
              <a:t>!</a:t>
            </a:r>
            <a:r>
              <a:rPr lang="en-US" altLang="ja-JP" b="0" dirty="0">
                <a:solidFill>
                  <a:srgbClr val="000000"/>
                </a:solidFill>
                <a:effectLst/>
                <a:latin typeface="Courier New" panose="02070309020205020404" pitchFamily="49" charset="0"/>
              </a:rPr>
              <a:t>pip install </a:t>
            </a:r>
            <a:r>
              <a:rPr lang="en-US" altLang="ja-JP" b="0" dirty="0">
                <a:solidFill>
                  <a:srgbClr val="A31515"/>
                </a:solidFill>
                <a:effectLst/>
                <a:latin typeface="Courier New" panose="02070309020205020404" pitchFamily="49" charset="0"/>
              </a:rPr>
              <a:t>“</a:t>
            </a:r>
            <a:r>
              <a:rPr lang="en-US" altLang="ja-JP" b="0" dirty="0" err="1">
                <a:solidFill>
                  <a:srgbClr val="A31515"/>
                </a:solidFill>
                <a:effectLst/>
                <a:latin typeface="Courier New" panose="02070309020205020404" pitchFamily="49" charset="0"/>
              </a:rPr>
              <a:t>git+https</a:t>
            </a:r>
            <a:r>
              <a:rPr lang="en-US" altLang="ja-JP" b="0" dirty="0">
                <a:solidFill>
                  <a:srgbClr val="A31515"/>
                </a:solidFill>
                <a:effectLst/>
                <a:latin typeface="Courier New" panose="02070309020205020404" pitchFamily="49" charset="0"/>
              </a:rPr>
              <a:t>://github.com/</a:t>
            </a:r>
            <a:r>
              <a:rPr lang="en-US" altLang="ja-JP" b="0" dirty="0" err="1">
                <a:solidFill>
                  <a:srgbClr val="A31515"/>
                </a:solidFill>
                <a:effectLst/>
                <a:latin typeface="Courier New" panose="02070309020205020404" pitchFamily="49" charset="0"/>
              </a:rPr>
              <a:t>YokoyamaLab</a:t>
            </a:r>
            <a:r>
              <a:rPr lang="en-US" altLang="ja-JP" b="0" dirty="0">
                <a:solidFill>
                  <a:srgbClr val="A31515"/>
                </a:solidFill>
                <a:effectLst/>
                <a:latin typeface="Courier New" panose="02070309020205020404" pitchFamily="49" charset="0"/>
              </a:rPr>
              <a:t>/</a:t>
            </a:r>
            <a:r>
              <a:rPr lang="en-US" altLang="ja-JP" b="0" dirty="0" err="1">
                <a:solidFill>
                  <a:srgbClr val="A31515"/>
                </a:solidFill>
                <a:effectLst/>
                <a:latin typeface="Courier New" panose="02070309020205020404" pitchFamily="49" charset="0"/>
              </a:rPr>
              <a:t>PythonBasics.git</a:t>
            </a:r>
            <a:r>
              <a:rPr lang="ja-JP" altLang="en-US" b="0" dirty="0">
                <a:solidFill>
                  <a:srgbClr val="A31515"/>
                </a:solidFill>
                <a:effectLst/>
                <a:latin typeface="Courier New" panose="02070309020205020404" pitchFamily="49" charset="0"/>
              </a:rPr>
              <a:t>後略</a:t>
            </a:r>
            <a:r>
              <a:rPr lang="en-US" altLang="ja-JP" b="0" dirty="0">
                <a:solidFill>
                  <a:srgbClr val="A31515"/>
                </a:solidFill>
                <a:effectLst/>
                <a:latin typeface="Courier New" panose="02070309020205020404" pitchFamily="49" charset="0"/>
              </a:rPr>
              <a:t>"</a:t>
            </a:r>
            <a:endParaRPr lang="en-US" altLang="ja-JP" b="0" dirty="0">
              <a:solidFill>
                <a:srgbClr val="000000"/>
              </a:solidFill>
              <a:effectLst/>
              <a:latin typeface="Courier New" panose="02070309020205020404" pitchFamily="49" charset="0"/>
            </a:endParaRPr>
          </a:p>
        </p:txBody>
      </p:sp>
      <p:sp>
        <p:nvSpPr>
          <p:cNvPr id="9" name="テキスト ボックス 8">
            <a:extLst>
              <a:ext uri="{FF2B5EF4-FFF2-40B4-BE49-F238E27FC236}">
                <a16:creationId xmlns:a16="http://schemas.microsoft.com/office/drawing/2014/main" id="{71BD3B2D-0A99-37E3-B7A5-7318C15C1198}"/>
              </a:ext>
            </a:extLst>
          </p:cNvPr>
          <p:cNvSpPr txBox="1"/>
          <p:nvPr/>
        </p:nvSpPr>
        <p:spPr>
          <a:xfrm>
            <a:off x="5819969" y="45522"/>
            <a:ext cx="6246844" cy="369332"/>
          </a:xfrm>
          <a:prstGeom prst="rect">
            <a:avLst/>
          </a:prstGeom>
          <a:noFill/>
        </p:spPr>
        <p:txBody>
          <a:bodyPr wrap="square">
            <a:spAutoFit/>
          </a:bodyPr>
          <a:lstStyle/>
          <a:p>
            <a:pPr algn="r"/>
            <a:r>
              <a:rPr kumimoji="1" lang="en-US" altLang="ja-JP" dirty="0"/>
              <a:t>[</a:t>
            </a:r>
            <a:r>
              <a:rPr kumimoji="1" lang="en-US" altLang="ja-JP" dirty="0">
                <a:solidFill>
                  <a:schemeClr val="accent1"/>
                </a:solidFill>
                <a:latin typeface="+mj-lt"/>
              </a:rPr>
              <a:t>13</a:t>
            </a:r>
            <a:r>
              <a:rPr kumimoji="1" lang="en-US" altLang="ja-JP" dirty="0">
                <a:latin typeface="+mj-lt"/>
              </a:rPr>
              <a:t>-day04tb</a:t>
            </a:r>
            <a:r>
              <a:rPr kumimoji="1" lang="en-US" altLang="ja-JP" dirty="0"/>
              <a:t>]</a:t>
            </a:r>
            <a:r>
              <a:rPr kumimoji="1" lang="ja-JP" altLang="en-US" dirty="0"/>
              <a:t>　</a:t>
            </a:r>
            <a:endParaRPr lang="ja-JP" altLang="en-US" dirty="0"/>
          </a:p>
        </p:txBody>
      </p:sp>
      <p:sp>
        <p:nvSpPr>
          <p:cNvPr id="11" name="テキスト ボックス 10">
            <a:extLst>
              <a:ext uri="{FF2B5EF4-FFF2-40B4-BE49-F238E27FC236}">
                <a16:creationId xmlns:a16="http://schemas.microsoft.com/office/drawing/2014/main" id="{752C8BA2-8495-5876-444C-02D102767145}"/>
              </a:ext>
            </a:extLst>
          </p:cNvPr>
          <p:cNvSpPr txBox="1"/>
          <p:nvPr/>
        </p:nvSpPr>
        <p:spPr>
          <a:xfrm>
            <a:off x="1483566" y="3059668"/>
            <a:ext cx="10151707" cy="738664"/>
          </a:xfrm>
          <a:prstGeom prst="rect">
            <a:avLst/>
          </a:prstGeom>
          <a:noFill/>
        </p:spPr>
        <p:txBody>
          <a:bodyPr wrap="square">
            <a:spAutoFit/>
          </a:bodyPr>
          <a:lstStyle/>
          <a:p>
            <a:r>
              <a:rPr kumimoji="1" lang="en-US" altLang="ja-JP" sz="1400" dirty="0"/>
              <a:t>Pip</a:t>
            </a:r>
            <a:r>
              <a:rPr kumimoji="1" lang="ja-JP" altLang="en-US" sz="1400" dirty="0"/>
              <a:t>は</a:t>
            </a:r>
            <a:r>
              <a:rPr kumimoji="1" lang="en-US" altLang="ja-JP" sz="1400" dirty="0"/>
              <a:t>Python</a:t>
            </a:r>
            <a:r>
              <a:rPr kumimoji="1" lang="ja-JP" altLang="en-US" sz="1400" dirty="0"/>
              <a:t>用のパッケージマネージャで</a:t>
            </a:r>
            <a:r>
              <a:rPr lang="ja-JP" altLang="en-US" sz="1400" dirty="0"/>
              <a:t>、作ったクラスや関数を第三者に公開し使ってもらうための仕組みです</a:t>
            </a:r>
            <a:endParaRPr lang="en-US" altLang="ja-JP" sz="1400" dirty="0"/>
          </a:p>
          <a:p>
            <a:r>
              <a:rPr lang="ja-JP" altLang="en-US" sz="1400" dirty="0"/>
              <a:t>通常は</a:t>
            </a:r>
            <a:r>
              <a:rPr lang="en-US" altLang="ja-JP" sz="1400" dirty="0" err="1"/>
              <a:t>PyPI</a:t>
            </a:r>
            <a:r>
              <a:rPr lang="en-US" altLang="ja-JP" sz="1400" dirty="0"/>
              <a:t>(Python Package Index)</a:t>
            </a:r>
            <a:r>
              <a:rPr lang="ja-JP" altLang="en-US" sz="1400" dirty="0"/>
              <a:t>上にある、パッケージのインストールに使われますが、</a:t>
            </a:r>
            <a:r>
              <a:rPr lang="en-US" altLang="ja-JP" sz="1400" dirty="0"/>
              <a:t>URL</a:t>
            </a:r>
            <a:r>
              <a:rPr lang="ja-JP" altLang="en-US" sz="1400" dirty="0"/>
              <a:t>を指定してのインストールも可能</a:t>
            </a:r>
            <a:endParaRPr lang="en-US" altLang="ja-JP" sz="1400" dirty="0"/>
          </a:p>
          <a:p>
            <a:r>
              <a:rPr kumimoji="1" lang="ja-JP" altLang="en-US" sz="1400" dirty="0"/>
              <a:t>先頭に</a:t>
            </a:r>
            <a:r>
              <a:rPr kumimoji="1" lang="en-US" altLang="ja-JP" sz="1400" dirty="0"/>
              <a:t>『!』</a:t>
            </a:r>
            <a:r>
              <a:rPr kumimoji="1" lang="ja-JP" altLang="en-US" sz="1400" dirty="0"/>
              <a:t>を付けることで</a:t>
            </a:r>
            <a:r>
              <a:rPr kumimoji="1" lang="en-US" altLang="ja-JP" sz="1400" dirty="0" err="1"/>
              <a:t>Colabo</a:t>
            </a:r>
            <a:r>
              <a:rPr kumimoji="1" lang="ja-JP" altLang="en-US" sz="1400" dirty="0"/>
              <a:t>は「この行は</a:t>
            </a:r>
            <a:r>
              <a:rPr kumimoji="1" lang="en-US" altLang="ja-JP" sz="1400" dirty="0"/>
              <a:t>Python</a:t>
            </a:r>
            <a:r>
              <a:rPr kumimoji="1" lang="ja-JP" altLang="en-US" sz="1400" dirty="0"/>
              <a:t>のコードではなく、シェルコマンドだ」と認識します</a:t>
            </a:r>
          </a:p>
        </p:txBody>
      </p:sp>
      <p:sp>
        <p:nvSpPr>
          <p:cNvPr id="12" name="テキスト ボックス 11">
            <a:extLst>
              <a:ext uri="{FF2B5EF4-FFF2-40B4-BE49-F238E27FC236}">
                <a16:creationId xmlns:a16="http://schemas.microsoft.com/office/drawing/2014/main" id="{C2AE9F03-6C34-1EA7-58B2-34A1B51BFD49}"/>
              </a:ext>
            </a:extLst>
          </p:cNvPr>
          <p:cNvSpPr txBox="1"/>
          <p:nvPr/>
        </p:nvSpPr>
        <p:spPr>
          <a:xfrm>
            <a:off x="1483567" y="4348896"/>
            <a:ext cx="9870232" cy="369332"/>
          </a:xfrm>
          <a:prstGeom prst="rect">
            <a:avLst/>
          </a:prstGeom>
          <a:solidFill>
            <a:schemeClr val="tx1">
              <a:lumMod val="20000"/>
              <a:lumOff val="80000"/>
            </a:schemeClr>
          </a:solidFill>
        </p:spPr>
        <p:txBody>
          <a:bodyPr wrap="square" rtlCol="0">
            <a:spAutoFit/>
          </a:bodyPr>
          <a:lstStyle/>
          <a:p>
            <a:r>
              <a:rPr lang="en-US" altLang="ja-JP" b="0" dirty="0">
                <a:solidFill>
                  <a:srgbClr val="AF00DB"/>
                </a:solidFill>
                <a:effectLst/>
                <a:latin typeface="Courier New" panose="02070309020205020404" pitchFamily="49" charset="0"/>
              </a:rPr>
              <a:t>from</a:t>
            </a:r>
            <a:r>
              <a:rPr lang="en-US" altLang="ja-JP" b="0" dirty="0">
                <a:solidFill>
                  <a:srgbClr val="000000"/>
                </a:solidFill>
                <a:effectLst/>
                <a:latin typeface="Courier New" panose="02070309020205020404" pitchFamily="49" charset="0"/>
              </a:rPr>
              <a:t> </a:t>
            </a:r>
            <a:r>
              <a:rPr lang="en-US" altLang="ja-JP" b="0" dirty="0" err="1">
                <a:solidFill>
                  <a:srgbClr val="000000"/>
                </a:solidFill>
                <a:effectLst/>
                <a:latin typeface="Courier New" panose="02070309020205020404" pitchFamily="49" charset="0"/>
              </a:rPr>
              <a:t>self_portrait</a:t>
            </a:r>
            <a:r>
              <a:rPr lang="en-US" altLang="ja-JP" b="0" dirty="0">
                <a:solidFill>
                  <a:srgbClr val="000000"/>
                </a:solidFill>
                <a:effectLst/>
                <a:latin typeface="Courier New" panose="02070309020205020404" pitchFamily="49" charset="0"/>
              </a:rPr>
              <a:t> </a:t>
            </a:r>
            <a:r>
              <a:rPr lang="en-US" altLang="ja-JP" b="0" dirty="0">
                <a:solidFill>
                  <a:srgbClr val="AF00DB"/>
                </a:solidFill>
                <a:effectLst/>
                <a:latin typeface="Courier New" panose="02070309020205020404" pitchFamily="49" charset="0"/>
              </a:rPr>
              <a:t>import</a:t>
            </a:r>
            <a:r>
              <a:rPr lang="en-US" altLang="ja-JP" b="0" dirty="0">
                <a:solidFill>
                  <a:srgbClr val="000000"/>
                </a:solidFill>
                <a:effectLst/>
                <a:latin typeface="Courier New" panose="02070309020205020404" pitchFamily="49" charset="0"/>
              </a:rPr>
              <a:t> </a:t>
            </a:r>
            <a:r>
              <a:rPr lang="en-US" altLang="ja-JP" b="0" dirty="0" err="1">
                <a:solidFill>
                  <a:srgbClr val="000000"/>
                </a:solidFill>
                <a:effectLst/>
                <a:latin typeface="Courier New" panose="02070309020205020404" pitchFamily="49" charset="0"/>
              </a:rPr>
              <a:t>SelfPortrait</a:t>
            </a:r>
            <a:endParaRPr lang="en-US" altLang="ja-JP" b="0" dirty="0">
              <a:solidFill>
                <a:srgbClr val="000000"/>
              </a:solidFill>
              <a:effectLst/>
              <a:latin typeface="Courier New" panose="02070309020205020404" pitchFamily="49" charset="0"/>
            </a:endParaRPr>
          </a:p>
        </p:txBody>
      </p:sp>
      <p:sp>
        <p:nvSpPr>
          <p:cNvPr id="13" name="テキスト ボックス 12">
            <a:extLst>
              <a:ext uri="{FF2B5EF4-FFF2-40B4-BE49-F238E27FC236}">
                <a16:creationId xmlns:a16="http://schemas.microsoft.com/office/drawing/2014/main" id="{547A8EC4-F653-AC1C-AD82-7D6F616EB86F}"/>
              </a:ext>
            </a:extLst>
          </p:cNvPr>
          <p:cNvSpPr txBox="1"/>
          <p:nvPr/>
        </p:nvSpPr>
        <p:spPr>
          <a:xfrm>
            <a:off x="1483566" y="4718228"/>
            <a:ext cx="10151707" cy="307777"/>
          </a:xfrm>
          <a:prstGeom prst="rect">
            <a:avLst/>
          </a:prstGeom>
          <a:noFill/>
        </p:spPr>
        <p:txBody>
          <a:bodyPr wrap="square">
            <a:spAutoFit/>
          </a:bodyPr>
          <a:lstStyle/>
          <a:p>
            <a:r>
              <a:rPr kumimoji="1" lang="ja-JP" altLang="en-US" sz="1400" dirty="0"/>
              <a:t>このコード例では</a:t>
            </a:r>
            <a:r>
              <a:rPr lang="en-US" altLang="ja-JP" sz="1400" dirty="0" err="1"/>
              <a:t>s</a:t>
            </a:r>
            <a:r>
              <a:rPr kumimoji="1" lang="en-US" altLang="ja-JP" sz="1400" dirty="0" err="1"/>
              <a:t>elf_portrait</a:t>
            </a:r>
            <a:r>
              <a:rPr kumimoji="1" lang="ja-JP" altLang="en-US" sz="1400" dirty="0"/>
              <a:t>パッケージの</a:t>
            </a:r>
            <a:r>
              <a:rPr kumimoji="1" lang="en-US" altLang="ja-JP" sz="1400" dirty="0" err="1"/>
              <a:t>SelfPortrait</a:t>
            </a:r>
            <a:r>
              <a:rPr kumimoji="1" lang="ja-JP" altLang="en-US" sz="1400" dirty="0"/>
              <a:t>クラスを取り込んでいます</a:t>
            </a:r>
          </a:p>
        </p:txBody>
      </p:sp>
    </p:spTree>
    <p:extLst>
      <p:ext uri="{BB962C8B-B14F-4D97-AF65-F5344CB8AC3E}">
        <p14:creationId xmlns:p14="http://schemas.microsoft.com/office/powerpoint/2010/main" val="13095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B554243-0138-C049-6F13-A7122AF85526}"/>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330F2605-48E0-ECCB-7116-8262AAEA2412}"/>
              </a:ext>
            </a:extLst>
          </p:cNvPr>
          <p:cNvSpPr>
            <a:spLocks noGrp="1"/>
          </p:cNvSpPr>
          <p:nvPr>
            <p:ph type="title"/>
          </p:nvPr>
        </p:nvSpPr>
        <p:spPr/>
        <p:txBody>
          <a:bodyPr/>
          <a:lstStyle/>
          <a:p>
            <a:r>
              <a:rPr kumimoji="1" lang="ja-JP" altLang="en-US" dirty="0"/>
              <a:t>クラスの</a:t>
            </a:r>
            <a:r>
              <a:rPr kumimoji="1" lang="en-US" altLang="ja-JP" dirty="0"/>
              <a:t>Docstring</a:t>
            </a:r>
            <a:r>
              <a:rPr kumimoji="1" lang="ja-JP" altLang="en-US" dirty="0"/>
              <a:t>を読む</a:t>
            </a:r>
          </a:p>
        </p:txBody>
      </p:sp>
      <p:sp>
        <p:nvSpPr>
          <p:cNvPr id="4" name="コンテンツ プレースホルダー 3">
            <a:extLst>
              <a:ext uri="{FF2B5EF4-FFF2-40B4-BE49-F238E27FC236}">
                <a16:creationId xmlns:a16="http://schemas.microsoft.com/office/drawing/2014/main" id="{1CD79A7C-2718-2A21-B91B-222B1B6DAC7D}"/>
              </a:ext>
            </a:extLst>
          </p:cNvPr>
          <p:cNvSpPr>
            <a:spLocks noGrp="1"/>
          </p:cNvSpPr>
          <p:nvPr>
            <p:ph idx="1"/>
          </p:nvPr>
        </p:nvSpPr>
        <p:spPr/>
        <p:txBody>
          <a:bodyPr/>
          <a:lstStyle/>
          <a:p>
            <a:r>
              <a:rPr kumimoji="1" lang="ja-JP" altLang="en-US" dirty="0"/>
              <a:t>たいていのお作法の良いクラス・関数は以下のコードで仕様や使い方が表示されます。</a:t>
            </a:r>
            <a:endParaRPr kumimoji="1" lang="en-US" altLang="ja-JP" dirty="0"/>
          </a:p>
          <a:p>
            <a:endParaRPr lang="en-US" altLang="ja-JP" dirty="0"/>
          </a:p>
          <a:p>
            <a:r>
              <a:rPr kumimoji="1" lang="en-US" altLang="ja-JP" dirty="0"/>
              <a:t>Docstring</a:t>
            </a:r>
            <a:r>
              <a:rPr kumimoji="1" lang="ja-JP" altLang="en-US" dirty="0"/>
              <a:t>という機能を使って実現しています</a:t>
            </a:r>
          </a:p>
          <a:p>
            <a:pPr lvl="1"/>
            <a:r>
              <a:rPr lang="ja-JP" altLang="en-US" dirty="0"/>
              <a:t>詳細はテキストブックに書いたので読んでください。</a:t>
            </a:r>
            <a:endParaRPr kumimoji="1" lang="ja-JP" altLang="en-US" dirty="0"/>
          </a:p>
        </p:txBody>
      </p:sp>
      <p:sp>
        <p:nvSpPr>
          <p:cNvPr id="5" name="日付プレースホルダー 4">
            <a:extLst>
              <a:ext uri="{FF2B5EF4-FFF2-40B4-BE49-F238E27FC236}">
                <a16:creationId xmlns:a16="http://schemas.microsoft.com/office/drawing/2014/main" id="{9A235E60-AD61-96C1-72AB-5B4375676AEE}"/>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8F6CEFB9-EB4B-2EB8-D0EB-095D98E4A41A}"/>
              </a:ext>
            </a:extLst>
          </p:cNvPr>
          <p:cNvSpPr>
            <a:spLocks noGrp="1"/>
          </p:cNvSpPr>
          <p:nvPr>
            <p:ph type="sldNum" sz="quarter" idx="12"/>
          </p:nvPr>
        </p:nvSpPr>
        <p:spPr/>
        <p:txBody>
          <a:bodyPr/>
          <a:lstStyle/>
          <a:p>
            <a:fld id="{B4DA0251-0B3B-4C1C-96DC-5D2833458AB2}" type="slidenum">
              <a:rPr kumimoji="1" lang="ja-JP" altLang="en-US" smtClean="0"/>
              <a:t>10</a:t>
            </a:fld>
            <a:endParaRPr kumimoji="1" lang="ja-JP" altLang="en-US"/>
          </a:p>
        </p:txBody>
      </p:sp>
      <p:sp>
        <p:nvSpPr>
          <p:cNvPr id="7" name="テキスト ボックス 6">
            <a:extLst>
              <a:ext uri="{FF2B5EF4-FFF2-40B4-BE49-F238E27FC236}">
                <a16:creationId xmlns:a16="http://schemas.microsoft.com/office/drawing/2014/main" id="{3FB528BA-B59C-3CF8-669F-9B8375A2C123}"/>
              </a:ext>
            </a:extLst>
          </p:cNvPr>
          <p:cNvSpPr txBox="1"/>
          <p:nvPr/>
        </p:nvSpPr>
        <p:spPr>
          <a:xfrm>
            <a:off x="1483567" y="2781354"/>
            <a:ext cx="9870232" cy="369332"/>
          </a:xfrm>
          <a:prstGeom prst="rect">
            <a:avLst/>
          </a:prstGeom>
          <a:solidFill>
            <a:schemeClr val="tx1">
              <a:lumMod val="20000"/>
              <a:lumOff val="80000"/>
            </a:schemeClr>
          </a:solidFill>
        </p:spPr>
        <p:txBody>
          <a:bodyPr wrap="square" rtlCol="0">
            <a:spAutoFit/>
          </a:bodyPr>
          <a:lstStyle/>
          <a:p>
            <a:r>
              <a:rPr lang="en-US" altLang="ja-JP" b="0" dirty="0">
                <a:solidFill>
                  <a:srgbClr val="795E26"/>
                </a:solidFill>
                <a:effectLst/>
                <a:latin typeface="Courier New" panose="02070309020205020404" pitchFamily="49" charset="0"/>
              </a:rPr>
              <a:t>help</a:t>
            </a:r>
            <a:r>
              <a:rPr lang="en-US" altLang="ja-JP" b="0" dirty="0">
                <a:solidFill>
                  <a:srgbClr val="000000"/>
                </a:solidFill>
                <a:effectLst/>
                <a:latin typeface="Courier New" panose="02070309020205020404" pitchFamily="49" charset="0"/>
              </a:rPr>
              <a:t>(</a:t>
            </a:r>
            <a:r>
              <a:rPr lang="en-US" altLang="ja-JP" b="0" dirty="0" err="1">
                <a:solidFill>
                  <a:srgbClr val="000000"/>
                </a:solidFill>
                <a:effectLst/>
                <a:latin typeface="Courier New" panose="02070309020205020404" pitchFamily="49" charset="0"/>
              </a:rPr>
              <a:t>SelfPortrait</a:t>
            </a:r>
            <a:r>
              <a:rPr lang="en-US" altLang="ja-JP"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60690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EAC3AA0-D8F9-73A3-985E-A64304F97735}"/>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C0031409-A47B-7123-9B0F-55DF66FE446B}"/>
              </a:ext>
            </a:extLst>
          </p:cNvPr>
          <p:cNvSpPr>
            <a:spLocks noGrp="1"/>
          </p:cNvSpPr>
          <p:nvPr>
            <p:ph type="title"/>
          </p:nvPr>
        </p:nvSpPr>
        <p:spPr/>
        <p:txBody>
          <a:bodyPr/>
          <a:lstStyle/>
          <a:p>
            <a:r>
              <a:rPr kumimoji="1" lang="ja-JP" altLang="en-US" dirty="0"/>
              <a:t>クラスの継承</a:t>
            </a:r>
          </a:p>
        </p:txBody>
      </p:sp>
      <p:sp>
        <p:nvSpPr>
          <p:cNvPr id="4" name="コンテンツ プレースホルダー 3">
            <a:extLst>
              <a:ext uri="{FF2B5EF4-FFF2-40B4-BE49-F238E27FC236}">
                <a16:creationId xmlns:a16="http://schemas.microsoft.com/office/drawing/2014/main" id="{0EF45CB2-D066-6510-E8C1-3C82699217FD}"/>
              </a:ext>
            </a:extLst>
          </p:cNvPr>
          <p:cNvSpPr>
            <a:spLocks noGrp="1"/>
          </p:cNvSpPr>
          <p:nvPr>
            <p:ph idx="1"/>
          </p:nvPr>
        </p:nvSpPr>
        <p:spPr/>
        <p:txBody>
          <a:bodyPr/>
          <a:lstStyle/>
          <a:p>
            <a:r>
              <a:rPr lang="ja-JP" altLang="en-US" dirty="0"/>
              <a:t>テキストで例示をしていますので読んでください。</a:t>
            </a:r>
          </a:p>
        </p:txBody>
      </p:sp>
      <p:sp>
        <p:nvSpPr>
          <p:cNvPr id="5" name="日付プレースホルダー 4">
            <a:extLst>
              <a:ext uri="{FF2B5EF4-FFF2-40B4-BE49-F238E27FC236}">
                <a16:creationId xmlns:a16="http://schemas.microsoft.com/office/drawing/2014/main" id="{57606D0D-E704-AB86-71D1-D425BE32787D}"/>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889CDD6C-FE4D-BC1F-3EAD-33EB76B1D939}"/>
              </a:ext>
            </a:extLst>
          </p:cNvPr>
          <p:cNvSpPr>
            <a:spLocks noGrp="1"/>
          </p:cNvSpPr>
          <p:nvPr>
            <p:ph type="sldNum" sz="quarter" idx="12"/>
          </p:nvPr>
        </p:nvSpPr>
        <p:spPr/>
        <p:txBody>
          <a:bodyPr/>
          <a:lstStyle/>
          <a:p>
            <a:fld id="{B4DA0251-0B3B-4C1C-96DC-5D2833458AB2}" type="slidenum">
              <a:rPr kumimoji="1" lang="ja-JP" altLang="en-US" smtClean="0"/>
              <a:t>11</a:t>
            </a:fld>
            <a:endParaRPr kumimoji="1" lang="ja-JP" altLang="en-US"/>
          </a:p>
        </p:txBody>
      </p:sp>
    </p:spTree>
    <p:extLst>
      <p:ext uri="{BB962C8B-B14F-4D97-AF65-F5344CB8AC3E}">
        <p14:creationId xmlns:p14="http://schemas.microsoft.com/office/powerpoint/2010/main" val="269690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1B88A-756A-8C27-B32F-01E683510C3E}"/>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9C18B763-0475-78FE-A8A2-84DB99AFE3FF}"/>
              </a:ext>
            </a:extLst>
          </p:cNvPr>
          <p:cNvSpPr>
            <a:spLocks noGrp="1"/>
          </p:cNvSpPr>
          <p:nvPr>
            <p:ph type="title"/>
          </p:nvPr>
        </p:nvSpPr>
        <p:spPr/>
        <p:txBody>
          <a:bodyPr/>
          <a:lstStyle/>
          <a:p>
            <a:r>
              <a:rPr kumimoji="1" lang="ja-JP" altLang="en-US"/>
              <a:t>情報科学ｅ</a:t>
            </a:r>
            <a:endParaRPr kumimoji="1" lang="ja-JP" altLang="en-US" dirty="0"/>
          </a:p>
        </p:txBody>
      </p:sp>
      <p:sp>
        <p:nvSpPr>
          <p:cNvPr id="7" name="テキスト プレースホルダー 6">
            <a:extLst>
              <a:ext uri="{FF2B5EF4-FFF2-40B4-BE49-F238E27FC236}">
                <a16:creationId xmlns:a16="http://schemas.microsoft.com/office/drawing/2014/main" id="{71643E4A-F817-C4F4-6376-C1A7E11C6606}"/>
              </a:ext>
            </a:extLst>
          </p:cNvPr>
          <p:cNvSpPr>
            <a:spLocks noGrp="1"/>
          </p:cNvSpPr>
          <p:nvPr>
            <p:ph type="body" idx="1"/>
          </p:nvPr>
        </p:nvSpPr>
        <p:spPr/>
        <p:txBody>
          <a:bodyPr/>
          <a:lstStyle/>
          <a:p>
            <a:r>
              <a:rPr lang="ja-JP" altLang="en-US" dirty="0"/>
              <a:t>第３回　継承と差分プログラミング</a:t>
            </a:r>
            <a:r>
              <a:rPr kumimoji="1" lang="ja-JP" altLang="en-US" sz="2400" u="sng" dirty="0"/>
              <a:t>演習</a:t>
            </a:r>
          </a:p>
        </p:txBody>
      </p:sp>
      <p:sp>
        <p:nvSpPr>
          <p:cNvPr id="4" name="フッター プレースホルダー 3">
            <a:extLst>
              <a:ext uri="{FF2B5EF4-FFF2-40B4-BE49-F238E27FC236}">
                <a16:creationId xmlns:a16="http://schemas.microsoft.com/office/drawing/2014/main" id="{2DF7172A-BF2F-971C-4C78-E6AF45192111}"/>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5" name="スライド番号プレースホルダー 4">
            <a:extLst>
              <a:ext uri="{FF2B5EF4-FFF2-40B4-BE49-F238E27FC236}">
                <a16:creationId xmlns:a16="http://schemas.microsoft.com/office/drawing/2014/main" id="{983C0C92-E4BC-74D9-F085-3343F45429F5}"/>
              </a:ext>
            </a:extLst>
          </p:cNvPr>
          <p:cNvSpPr>
            <a:spLocks noGrp="1"/>
          </p:cNvSpPr>
          <p:nvPr>
            <p:ph type="sldNum" sz="quarter" idx="12"/>
          </p:nvPr>
        </p:nvSpPr>
        <p:spPr/>
        <p:txBody>
          <a:bodyPr/>
          <a:lstStyle/>
          <a:p>
            <a:r>
              <a:rPr lang="en-US" altLang="ja-JP"/>
              <a:t>p.</a:t>
            </a:r>
            <a:fld id="{71584EDF-536B-41D0-946E-780F35A2C473}" type="slidenum">
              <a:rPr lang="ja-JP" altLang="en-US" smtClean="0"/>
              <a:pPr/>
              <a:t>12</a:t>
            </a:fld>
            <a:endParaRPr lang="ja-JP" altLang="en-US" dirty="0"/>
          </a:p>
        </p:txBody>
      </p:sp>
      <p:sp>
        <p:nvSpPr>
          <p:cNvPr id="2" name="日付プレースホルダー 1">
            <a:extLst>
              <a:ext uri="{FF2B5EF4-FFF2-40B4-BE49-F238E27FC236}">
                <a16:creationId xmlns:a16="http://schemas.microsoft.com/office/drawing/2014/main" id="{CA7D10DA-4F17-19BF-669E-FFACEE0CCB2F}"/>
              </a:ext>
            </a:extLst>
          </p:cNvPr>
          <p:cNvSpPr>
            <a:spLocks noGrp="1"/>
          </p:cNvSpPr>
          <p:nvPr>
            <p:ph type="dt" sz="half" idx="10"/>
          </p:nvPr>
        </p:nvSpPr>
        <p:spPr/>
        <p:txBody>
          <a:bodyPr/>
          <a:lstStyle/>
          <a:p>
            <a:r>
              <a:rPr lang="en-US" altLang="ja-JP"/>
              <a:t>Day4</a:t>
            </a:r>
            <a:endParaRPr lang="ja-JP" altLang="en-US" dirty="0"/>
          </a:p>
        </p:txBody>
      </p:sp>
    </p:spTree>
    <p:extLst>
      <p:ext uri="{BB962C8B-B14F-4D97-AF65-F5344CB8AC3E}">
        <p14:creationId xmlns:p14="http://schemas.microsoft.com/office/powerpoint/2010/main" val="103066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53DF0-2AD1-7696-259C-7B8580FC4846}"/>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7FAFD9B-4C0B-9EF1-5FFA-1FF6B1892E46}"/>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61611AAF-3D0D-8B64-C9FF-CB319AFE7F47}"/>
              </a:ext>
            </a:extLst>
          </p:cNvPr>
          <p:cNvSpPr>
            <a:spLocks noGrp="1"/>
          </p:cNvSpPr>
          <p:nvPr>
            <p:ph type="title"/>
          </p:nvPr>
        </p:nvSpPr>
        <p:spPr/>
        <p:txBody>
          <a:bodyPr/>
          <a:lstStyle/>
          <a:p>
            <a:r>
              <a:rPr kumimoji="1" lang="en-US" altLang="ja-JP" sz="2800" dirty="0"/>
              <a:t>[</a:t>
            </a:r>
            <a:r>
              <a:rPr kumimoji="1" lang="en-US" altLang="ja-JP" sz="2800" dirty="0">
                <a:solidFill>
                  <a:schemeClr val="accent1"/>
                </a:solidFill>
              </a:rPr>
              <a:t>15</a:t>
            </a:r>
            <a:r>
              <a:rPr kumimoji="1" lang="en-US" altLang="ja-JP" sz="2800" dirty="0"/>
              <a:t>-day04kk] </a:t>
            </a:r>
            <a:br>
              <a:rPr kumimoji="1" lang="ja-JP" altLang="en-US" dirty="0"/>
            </a:br>
            <a:r>
              <a:rPr kumimoji="1" lang="ja-JP" altLang="en-US" dirty="0"/>
              <a:t>オブジェクト指向の効能を知ろう</a:t>
            </a:r>
          </a:p>
        </p:txBody>
      </p:sp>
      <p:sp>
        <p:nvSpPr>
          <p:cNvPr id="4" name="コンテンツ プレースホルダー 3">
            <a:extLst>
              <a:ext uri="{FF2B5EF4-FFF2-40B4-BE49-F238E27FC236}">
                <a16:creationId xmlns:a16="http://schemas.microsoft.com/office/drawing/2014/main" id="{54A2E979-0E7F-5B1C-1282-C07F86B7ED28}"/>
              </a:ext>
            </a:extLst>
          </p:cNvPr>
          <p:cNvSpPr>
            <a:spLocks noGrp="1"/>
          </p:cNvSpPr>
          <p:nvPr>
            <p:ph idx="1"/>
          </p:nvPr>
        </p:nvSpPr>
        <p:spPr/>
        <p:txBody>
          <a:bodyPr>
            <a:normAutofit fontScale="92500" lnSpcReduction="10000"/>
          </a:bodyPr>
          <a:lstStyle/>
          <a:p>
            <a:r>
              <a:rPr kumimoji="1" lang="ja-JP" altLang="en-US" dirty="0"/>
              <a:t>お題</a:t>
            </a:r>
          </a:p>
          <a:p>
            <a:pPr lvl="1"/>
            <a:r>
              <a:rPr lang="ja-JP" altLang="en-US" dirty="0"/>
              <a:t>以下の要件に基づいて皆さんの似顔絵を作ってください</a:t>
            </a:r>
          </a:p>
          <a:p>
            <a:pPr lvl="2"/>
            <a:r>
              <a:rPr lang="en-US" altLang="ja-JP" dirty="0" err="1"/>
              <a:t>SelfPortrait</a:t>
            </a:r>
            <a:r>
              <a:rPr lang="ja-JP" altLang="en-US" dirty="0"/>
              <a:t>クラスを継承して</a:t>
            </a:r>
            <a:r>
              <a:rPr lang="en-US" altLang="ja-JP" dirty="0" err="1"/>
              <a:t>MyPortrait</a:t>
            </a:r>
            <a:r>
              <a:rPr lang="ja-JP" altLang="en-US" dirty="0"/>
              <a:t>クラスを作成</a:t>
            </a:r>
          </a:p>
          <a:p>
            <a:pPr lvl="2"/>
            <a:r>
              <a:rPr lang="ja-JP" altLang="en-US" dirty="0"/>
              <a:t>顔のパーツを描くメソッドを一部</a:t>
            </a:r>
            <a:r>
              <a:rPr lang="en-US" altLang="ja-JP" dirty="0"/>
              <a:t>or</a:t>
            </a:r>
            <a:r>
              <a:rPr lang="ja-JP" altLang="en-US" dirty="0"/>
              <a:t>全部オーバーライドして自分に似せる</a:t>
            </a:r>
          </a:p>
          <a:p>
            <a:pPr lvl="3"/>
            <a:r>
              <a:rPr lang="ja-JP" altLang="en-US" dirty="0"/>
              <a:t>出来る限りね</a:t>
            </a:r>
            <a:endParaRPr lang="en-US" altLang="ja-JP" dirty="0"/>
          </a:p>
          <a:p>
            <a:pPr lvl="2"/>
            <a:r>
              <a:rPr lang="ja-JP" altLang="en-US" dirty="0"/>
              <a:t>インスタンスを作成し描画を実行してきちんと顔が描ける事を確認</a:t>
            </a:r>
            <a:endParaRPr lang="en-US" altLang="ja-JP" dirty="0"/>
          </a:p>
          <a:p>
            <a:pPr lvl="2"/>
            <a:r>
              <a:rPr lang="ja-JP" altLang="en-US" dirty="0"/>
              <a:t>ノート最下部にある</a:t>
            </a:r>
            <a:r>
              <a:rPr lang="ja-JP" altLang="en-US" b="1" dirty="0"/>
              <a:t>似顔絵画像保存コード</a:t>
            </a:r>
            <a:r>
              <a:rPr lang="ja-JP" altLang="en-US" dirty="0"/>
              <a:t>を必ず実行してください。</a:t>
            </a:r>
          </a:p>
          <a:p>
            <a:pPr lvl="3"/>
            <a:r>
              <a:rPr lang="en-US" altLang="ja-JP" dirty="0"/>
              <a:t>Google Drive</a:t>
            </a:r>
            <a:r>
              <a:rPr lang="ja-JP" altLang="en-US" dirty="0"/>
              <a:t>の使用許可がでるので「許可」してください</a:t>
            </a:r>
          </a:p>
          <a:p>
            <a:pPr lvl="2"/>
            <a:r>
              <a:rPr lang="en-US" altLang="ja-JP" dirty="0"/>
              <a:t>Google Classroom</a:t>
            </a:r>
            <a:r>
              <a:rPr lang="ja-JP" altLang="en-US" dirty="0"/>
              <a:t>で提出</a:t>
            </a:r>
          </a:p>
          <a:p>
            <a:r>
              <a:rPr lang="ja-JP" altLang="en-US" dirty="0"/>
              <a:t>発表：希望者のみ先着順で講義終了時刻まで</a:t>
            </a:r>
            <a:endParaRPr lang="en-US" altLang="ja-JP" dirty="0"/>
          </a:p>
          <a:p>
            <a:pPr lvl="1"/>
            <a:r>
              <a:rPr lang="ja-JP" altLang="en-US" dirty="0"/>
              <a:t>（課題が重たいので発表は次回の講義にしようか考え中</a:t>
            </a:r>
            <a:r>
              <a:rPr lang="en-US" altLang="ja-JP" dirty="0"/>
              <a:t>…</a:t>
            </a:r>
            <a:r>
              <a:rPr lang="ja-JP" altLang="en-US" dirty="0"/>
              <a:t>）</a:t>
            </a:r>
          </a:p>
          <a:p>
            <a:pPr lvl="1"/>
            <a:r>
              <a:rPr lang="ja-JP" altLang="en-US" dirty="0"/>
              <a:t>前でノートを表示しながら簡単に説明をしてもらいます</a:t>
            </a:r>
          </a:p>
          <a:p>
            <a:pPr lvl="1"/>
            <a:r>
              <a:rPr lang="ja-JP" altLang="en-US" dirty="0"/>
              <a:t>発表した人は記録して、成績の加点対象にします</a:t>
            </a:r>
            <a:endParaRPr kumimoji="1" lang="ja-JP" altLang="en-US" dirty="0"/>
          </a:p>
        </p:txBody>
      </p:sp>
      <p:sp>
        <p:nvSpPr>
          <p:cNvPr id="5" name="日付プレースホルダー 4">
            <a:extLst>
              <a:ext uri="{FF2B5EF4-FFF2-40B4-BE49-F238E27FC236}">
                <a16:creationId xmlns:a16="http://schemas.microsoft.com/office/drawing/2014/main" id="{1E6EC982-1A89-389F-C924-7ED8328AB307}"/>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3B1DE181-3A7C-2141-F754-2D466590CF3F}"/>
              </a:ext>
            </a:extLst>
          </p:cNvPr>
          <p:cNvSpPr>
            <a:spLocks noGrp="1"/>
          </p:cNvSpPr>
          <p:nvPr>
            <p:ph type="sldNum" sz="quarter" idx="12"/>
          </p:nvPr>
        </p:nvSpPr>
        <p:spPr/>
        <p:txBody>
          <a:bodyPr/>
          <a:lstStyle/>
          <a:p>
            <a:fld id="{B4DA0251-0B3B-4C1C-96DC-5D2833458AB2}" type="slidenum">
              <a:rPr kumimoji="1" lang="ja-JP" altLang="en-US" smtClean="0"/>
              <a:t>13</a:t>
            </a:fld>
            <a:endParaRPr kumimoji="1" lang="ja-JP" altLang="en-US"/>
          </a:p>
        </p:txBody>
      </p:sp>
    </p:spTree>
    <p:extLst>
      <p:ext uri="{BB962C8B-B14F-4D97-AF65-F5344CB8AC3E}">
        <p14:creationId xmlns:p14="http://schemas.microsoft.com/office/powerpoint/2010/main" val="831695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1ACACB11-2637-2EAD-6375-C6567BDD86E0}"/>
              </a:ext>
            </a:extLst>
          </p:cNvPr>
          <p:cNvSpPr>
            <a:spLocks noGrp="1"/>
          </p:cNvSpPr>
          <p:nvPr>
            <p:ph type="title"/>
          </p:nvPr>
        </p:nvSpPr>
        <p:spPr/>
        <p:txBody>
          <a:bodyPr/>
          <a:lstStyle/>
          <a:p>
            <a:r>
              <a:rPr lang="en-US" altLang="ja-JP" dirty="0"/>
              <a:t>Homework</a:t>
            </a:r>
            <a:endParaRPr lang="ja-JP" altLang="en-US" dirty="0"/>
          </a:p>
        </p:txBody>
      </p:sp>
      <p:sp>
        <p:nvSpPr>
          <p:cNvPr id="8" name="テキスト プレースホルダー 7">
            <a:extLst>
              <a:ext uri="{FF2B5EF4-FFF2-40B4-BE49-F238E27FC236}">
                <a16:creationId xmlns:a16="http://schemas.microsoft.com/office/drawing/2014/main" id="{DB7A490D-E625-8DBF-66AE-B1B7095A6E12}"/>
              </a:ext>
            </a:extLst>
          </p:cNvPr>
          <p:cNvSpPr>
            <a:spLocks noGrp="1"/>
          </p:cNvSpPr>
          <p:nvPr>
            <p:ph type="body" idx="1"/>
          </p:nvPr>
        </p:nvSpPr>
        <p:spPr/>
        <p:txBody>
          <a:bodyPr/>
          <a:lstStyle/>
          <a:p>
            <a:r>
              <a:rPr lang="en-US" altLang="ja-JP" dirty="0"/>
              <a:t>Day04</a:t>
            </a:r>
            <a:r>
              <a:rPr lang="ja-JP" altLang="en-US" dirty="0"/>
              <a:t>→</a:t>
            </a:r>
            <a:r>
              <a:rPr lang="en-US" altLang="ja-JP" dirty="0"/>
              <a:t>Day05</a:t>
            </a:r>
            <a:endParaRPr lang="ja-JP" altLang="en-US" dirty="0"/>
          </a:p>
        </p:txBody>
      </p:sp>
      <p:sp>
        <p:nvSpPr>
          <p:cNvPr id="5" name="日付プレースホルダー 4">
            <a:extLst>
              <a:ext uri="{FF2B5EF4-FFF2-40B4-BE49-F238E27FC236}">
                <a16:creationId xmlns:a16="http://schemas.microsoft.com/office/drawing/2014/main" id="{1958D229-46FC-433B-FA5B-4B8ACC13FBEC}"/>
              </a:ext>
            </a:extLst>
          </p:cNvPr>
          <p:cNvSpPr>
            <a:spLocks noGrp="1"/>
          </p:cNvSpPr>
          <p:nvPr>
            <p:ph type="dt" sz="half" idx="10"/>
          </p:nvPr>
        </p:nvSpPr>
        <p:spPr/>
        <p:txBody>
          <a:bodyPr/>
          <a:lstStyle/>
          <a:p>
            <a:r>
              <a:rPr kumimoji="1" lang="en-US" altLang="ja-JP"/>
              <a:t>Day4</a:t>
            </a:r>
            <a:endParaRPr kumimoji="1" lang="ja-JP" altLang="en-US"/>
          </a:p>
        </p:txBody>
      </p:sp>
      <p:sp>
        <p:nvSpPr>
          <p:cNvPr id="2" name="フッター プレースホルダー 1">
            <a:extLst>
              <a:ext uri="{FF2B5EF4-FFF2-40B4-BE49-F238E27FC236}">
                <a16:creationId xmlns:a16="http://schemas.microsoft.com/office/drawing/2014/main" id="{60993854-A861-7ED5-26C4-60455F5A6DDC}"/>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6" name="スライド番号プレースホルダー 5">
            <a:extLst>
              <a:ext uri="{FF2B5EF4-FFF2-40B4-BE49-F238E27FC236}">
                <a16:creationId xmlns:a16="http://schemas.microsoft.com/office/drawing/2014/main" id="{9B968422-74D5-EB25-AB13-5C87B4FE4F4A}"/>
              </a:ext>
            </a:extLst>
          </p:cNvPr>
          <p:cNvSpPr>
            <a:spLocks noGrp="1"/>
          </p:cNvSpPr>
          <p:nvPr>
            <p:ph type="sldNum" sz="quarter" idx="12"/>
          </p:nvPr>
        </p:nvSpPr>
        <p:spPr/>
        <p:txBody>
          <a:bodyPr/>
          <a:lstStyle/>
          <a:p>
            <a:fld id="{B4DA0251-0B3B-4C1C-96DC-5D2833458AB2}" type="slidenum">
              <a:rPr kumimoji="1" lang="ja-JP" altLang="en-US" smtClean="0"/>
              <a:t>14</a:t>
            </a:fld>
            <a:endParaRPr kumimoji="1" lang="ja-JP" altLang="en-US"/>
          </a:p>
        </p:txBody>
      </p:sp>
    </p:spTree>
    <p:extLst>
      <p:ext uri="{BB962C8B-B14F-4D97-AF65-F5344CB8AC3E}">
        <p14:creationId xmlns:p14="http://schemas.microsoft.com/office/powerpoint/2010/main" val="90263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C46B3-4843-95D6-3739-FBC6433CC24C}"/>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5C872CB-5799-28ED-4479-AAA9792CECE7}"/>
              </a:ext>
            </a:extLst>
          </p:cNvPr>
          <p:cNvSpPr>
            <a:spLocks noGrp="1"/>
          </p:cNvSpPr>
          <p:nvPr>
            <p:ph type="ftr" sz="quarter" idx="11"/>
          </p:nvPr>
        </p:nvSpPr>
        <p:spPr/>
        <p:txBody>
          <a:bodyPr/>
          <a:lstStyle/>
          <a:p>
            <a:r>
              <a:rPr kumimoji="1" lang="ja-JP" altLang="en-US"/>
              <a:t>情報科学ｃ</a:t>
            </a:r>
            <a:endParaRPr kumimoji="1" lang="ja-JP" altLang="en-US" dirty="0"/>
          </a:p>
        </p:txBody>
      </p:sp>
      <p:sp>
        <p:nvSpPr>
          <p:cNvPr id="3" name="タイトル 2">
            <a:extLst>
              <a:ext uri="{FF2B5EF4-FFF2-40B4-BE49-F238E27FC236}">
                <a16:creationId xmlns:a16="http://schemas.microsoft.com/office/drawing/2014/main" id="{2132B40C-9159-C623-F1C1-505FB39691A2}"/>
              </a:ext>
            </a:extLst>
          </p:cNvPr>
          <p:cNvSpPr>
            <a:spLocks noGrp="1"/>
          </p:cNvSpPr>
          <p:nvPr>
            <p:ph type="title"/>
          </p:nvPr>
        </p:nvSpPr>
        <p:spPr/>
        <p:txBody>
          <a:bodyPr/>
          <a:lstStyle/>
          <a:p>
            <a:r>
              <a:rPr kumimoji="1" lang="en-US" altLang="ja-JP" dirty="0"/>
              <a:t>Day04</a:t>
            </a:r>
            <a:r>
              <a:rPr kumimoji="1" lang="ja-JP" altLang="en-US" dirty="0"/>
              <a:t>の宿題</a:t>
            </a:r>
          </a:p>
        </p:txBody>
      </p:sp>
      <p:sp>
        <p:nvSpPr>
          <p:cNvPr id="4" name="コンテンツ プレースホルダー 3">
            <a:extLst>
              <a:ext uri="{FF2B5EF4-FFF2-40B4-BE49-F238E27FC236}">
                <a16:creationId xmlns:a16="http://schemas.microsoft.com/office/drawing/2014/main" id="{CA2824EF-C7BB-4EF4-A76E-6702C6F97D5F}"/>
              </a:ext>
            </a:extLst>
          </p:cNvPr>
          <p:cNvSpPr>
            <a:spLocks noGrp="1"/>
          </p:cNvSpPr>
          <p:nvPr>
            <p:ph idx="1"/>
          </p:nvPr>
        </p:nvSpPr>
        <p:spPr>
          <a:xfrm>
            <a:off x="1355269" y="1825625"/>
            <a:ext cx="9998530" cy="4351338"/>
          </a:xfrm>
        </p:spPr>
        <p:txBody>
          <a:bodyPr>
            <a:normAutofit/>
          </a:bodyPr>
          <a:lstStyle/>
          <a:p>
            <a:r>
              <a:rPr kumimoji="1" lang="ja-JP" altLang="en-US" sz="2800" dirty="0"/>
              <a:t>予習テキスト</a:t>
            </a:r>
            <a:r>
              <a:rPr lang="ja-JP" altLang="en-US" dirty="0"/>
              <a:t>兼</a:t>
            </a:r>
            <a:r>
              <a:rPr lang="en-US" altLang="ja-JP" dirty="0"/>
              <a:t>16</a:t>
            </a:r>
            <a:r>
              <a:rPr lang="ja-JP" altLang="en-US" dirty="0"/>
              <a:t>本ノック</a:t>
            </a:r>
            <a:r>
              <a:rPr kumimoji="1" lang="ja-JP" altLang="en-US" sz="2800" dirty="0"/>
              <a:t>をやる</a:t>
            </a:r>
            <a:endParaRPr kumimoji="1" lang="en-US" altLang="ja-JP" sz="2800" dirty="0"/>
          </a:p>
          <a:p>
            <a:pPr lvl="1"/>
            <a:r>
              <a:rPr kumimoji="1" lang="en-US" altLang="ja-JP" dirty="0"/>
              <a:t>[</a:t>
            </a:r>
            <a:r>
              <a:rPr kumimoji="1" lang="en-US" altLang="ja-JP" dirty="0">
                <a:solidFill>
                  <a:schemeClr val="accent1"/>
                </a:solidFill>
                <a:latin typeface="+mj-lt"/>
              </a:rPr>
              <a:t>1</a:t>
            </a:r>
            <a:r>
              <a:rPr lang="en-US" altLang="ja-JP" dirty="0">
                <a:solidFill>
                  <a:schemeClr val="accent1"/>
                </a:solidFill>
                <a:latin typeface="+mj-lt"/>
              </a:rPr>
              <a:t>6</a:t>
            </a:r>
            <a:r>
              <a:rPr kumimoji="1" lang="en-US" altLang="ja-JP" dirty="0">
                <a:latin typeface="+mj-lt"/>
              </a:rPr>
              <a:t>-day04</a:t>
            </a:r>
            <a:r>
              <a:rPr lang="en-US" altLang="ja-JP" dirty="0">
                <a:latin typeface="+mj-lt"/>
              </a:rPr>
              <a:t>hw</a:t>
            </a:r>
            <a:r>
              <a:rPr kumimoji="1" lang="en-US" altLang="ja-JP" dirty="0"/>
              <a:t>]</a:t>
            </a:r>
            <a:r>
              <a:rPr kumimoji="1" lang="ja-JP" altLang="en-US" dirty="0"/>
              <a:t>　</a:t>
            </a:r>
            <a:r>
              <a:rPr kumimoji="1" lang="en-US" altLang="ja-JP" dirty="0"/>
              <a:t>NumPy</a:t>
            </a:r>
            <a:r>
              <a:rPr lang="en-US" altLang="ja-JP" dirty="0"/>
              <a:t>16</a:t>
            </a:r>
            <a:r>
              <a:rPr lang="ja-JP" altLang="en-US" dirty="0"/>
              <a:t>本ノック</a:t>
            </a:r>
            <a:endParaRPr kumimoji="1" lang="en-US" altLang="ja-JP" dirty="0"/>
          </a:p>
          <a:p>
            <a:pPr lvl="1"/>
            <a:r>
              <a:rPr kumimoji="1" lang="en-US" altLang="ja-JP" dirty="0"/>
              <a:t>[</a:t>
            </a:r>
            <a:r>
              <a:rPr kumimoji="1" lang="en-US" altLang="ja-JP" dirty="0">
                <a:solidFill>
                  <a:schemeClr val="accent1"/>
                </a:solidFill>
                <a:latin typeface="+mj-lt"/>
              </a:rPr>
              <a:t>17</a:t>
            </a:r>
            <a:r>
              <a:rPr kumimoji="1" lang="en-US" altLang="ja-JP" dirty="0">
                <a:latin typeface="+mj-lt"/>
              </a:rPr>
              <a:t>-day04</a:t>
            </a:r>
            <a:r>
              <a:rPr lang="en-US" altLang="ja-JP" dirty="0">
                <a:latin typeface="+mj-lt"/>
              </a:rPr>
              <a:t>hw</a:t>
            </a:r>
            <a:r>
              <a:rPr kumimoji="1" lang="en-US" altLang="ja-JP" dirty="0"/>
              <a:t>]</a:t>
            </a:r>
            <a:r>
              <a:rPr kumimoji="1" lang="ja-JP" altLang="en-US" dirty="0"/>
              <a:t>　</a:t>
            </a:r>
            <a:r>
              <a:rPr kumimoji="1" lang="en-US" altLang="ja-JP" dirty="0">
                <a:latin typeface="system-ui"/>
              </a:rPr>
              <a:t>Pandas16</a:t>
            </a:r>
            <a:r>
              <a:rPr kumimoji="1" lang="ja-JP" altLang="en-US" dirty="0">
                <a:latin typeface="system-ui"/>
              </a:rPr>
              <a:t>本ノック</a:t>
            </a:r>
          </a:p>
          <a:p>
            <a:pPr lvl="1"/>
            <a:r>
              <a:rPr kumimoji="1" lang="ja-JP" altLang="en-US" dirty="0"/>
              <a:t>今回はテキストと知識確認問題を兼ねています</a:t>
            </a:r>
            <a:endParaRPr kumimoji="1" lang="en-US" altLang="ja-JP" dirty="0"/>
          </a:p>
          <a:p>
            <a:pPr lvl="2"/>
            <a:r>
              <a:rPr kumimoji="1" lang="ja-JP" altLang="en-US" dirty="0"/>
              <a:t>なので解答例付きです！</a:t>
            </a:r>
            <a:r>
              <a:rPr kumimoji="1" lang="en-US" altLang="ja-JP" dirty="0"/>
              <a:t>(</a:t>
            </a:r>
            <a:r>
              <a:rPr kumimoji="1" lang="ja-JP" altLang="en-US" dirty="0"/>
              <a:t>が一応提出してください</a:t>
            </a:r>
            <a:r>
              <a:rPr kumimoji="1" lang="en-US" altLang="ja-JP" dirty="0"/>
              <a:t>)</a:t>
            </a:r>
            <a:endParaRPr kumimoji="1" lang="ja-JP" altLang="en-US" dirty="0"/>
          </a:p>
          <a:p>
            <a:pPr lvl="1"/>
            <a:r>
              <a:rPr lang="ja-JP" altLang="en-US" dirty="0"/>
              <a:t>期限：火曜日</a:t>
            </a:r>
            <a:r>
              <a:rPr lang="en-US" altLang="ja-JP" dirty="0"/>
              <a:t>23:59</a:t>
            </a:r>
            <a:endParaRPr lang="ja-JP" altLang="en-US" dirty="0"/>
          </a:p>
          <a:p>
            <a:pPr lvl="1"/>
            <a:endParaRPr kumimoji="1" lang="ja-JP" altLang="en-US" dirty="0"/>
          </a:p>
          <a:p>
            <a:r>
              <a:rPr lang="en-US" altLang="ja-JP" dirty="0"/>
              <a:t>Google</a:t>
            </a:r>
            <a:r>
              <a:rPr lang="ja-JP" altLang="en-US" dirty="0"/>
              <a:t> </a:t>
            </a:r>
            <a:r>
              <a:rPr lang="en-US" altLang="ja-JP" dirty="0"/>
              <a:t>Classroom</a:t>
            </a:r>
            <a:r>
              <a:rPr lang="ja-JP" altLang="en-US" dirty="0"/>
              <a:t>を通じて配布します。</a:t>
            </a:r>
          </a:p>
          <a:p>
            <a:r>
              <a:rPr kumimoji="1" lang="ja-JP" altLang="en-US" dirty="0"/>
              <a:t>宿題の提出も</a:t>
            </a:r>
            <a:r>
              <a:rPr kumimoji="1" lang="en-US" altLang="ja-JP" dirty="0"/>
              <a:t>Google Classroom</a:t>
            </a:r>
            <a:r>
              <a:rPr kumimoji="1" lang="ja-JP" altLang="en-US" dirty="0"/>
              <a:t>に行ってください。</a:t>
            </a:r>
          </a:p>
          <a:p>
            <a:pPr lvl="1"/>
            <a:endParaRPr kumimoji="1" lang="ja-JP" altLang="en-US" dirty="0"/>
          </a:p>
        </p:txBody>
      </p:sp>
      <p:sp>
        <p:nvSpPr>
          <p:cNvPr id="5" name="日付プレースホルダー 4">
            <a:extLst>
              <a:ext uri="{FF2B5EF4-FFF2-40B4-BE49-F238E27FC236}">
                <a16:creationId xmlns:a16="http://schemas.microsoft.com/office/drawing/2014/main" id="{EC1D3F51-F7C8-B336-586B-E580A5CE0563}"/>
              </a:ext>
            </a:extLst>
          </p:cNvPr>
          <p:cNvSpPr>
            <a:spLocks noGrp="1"/>
          </p:cNvSpPr>
          <p:nvPr>
            <p:ph type="dt" sz="half" idx="10"/>
          </p:nvPr>
        </p:nvSpPr>
        <p:spPr/>
        <p:txBody>
          <a:bodyPr/>
          <a:lstStyle/>
          <a:p>
            <a:r>
              <a:rPr kumimoji="1" lang="en-US" altLang="ja-JP"/>
              <a:t>Day4</a:t>
            </a:r>
            <a:endParaRPr kumimoji="1" lang="ja-JP" altLang="en-US"/>
          </a:p>
        </p:txBody>
      </p:sp>
      <p:sp>
        <p:nvSpPr>
          <p:cNvPr id="6" name="スライド番号プレースホルダー 5">
            <a:extLst>
              <a:ext uri="{FF2B5EF4-FFF2-40B4-BE49-F238E27FC236}">
                <a16:creationId xmlns:a16="http://schemas.microsoft.com/office/drawing/2014/main" id="{BCC6A303-9629-7CD3-45E0-A5790AB39360}"/>
              </a:ext>
            </a:extLst>
          </p:cNvPr>
          <p:cNvSpPr>
            <a:spLocks noGrp="1"/>
          </p:cNvSpPr>
          <p:nvPr>
            <p:ph type="sldNum" sz="quarter" idx="12"/>
          </p:nvPr>
        </p:nvSpPr>
        <p:spPr/>
        <p:txBody>
          <a:bodyPr/>
          <a:lstStyle/>
          <a:p>
            <a:fld id="{B4DA0251-0B3B-4C1C-96DC-5D2833458AB2}" type="slidenum">
              <a:rPr kumimoji="1" lang="ja-JP" altLang="en-US" smtClean="0"/>
              <a:t>15</a:t>
            </a:fld>
            <a:endParaRPr kumimoji="1" lang="ja-JP" altLang="en-US"/>
          </a:p>
        </p:txBody>
      </p:sp>
      <p:sp>
        <p:nvSpPr>
          <p:cNvPr id="7" name="テキスト ボックス 6">
            <a:extLst>
              <a:ext uri="{FF2B5EF4-FFF2-40B4-BE49-F238E27FC236}">
                <a16:creationId xmlns:a16="http://schemas.microsoft.com/office/drawing/2014/main" id="{11B94267-10FE-D83D-D798-18C1DFE479A1}"/>
              </a:ext>
            </a:extLst>
          </p:cNvPr>
          <p:cNvSpPr txBox="1"/>
          <p:nvPr/>
        </p:nvSpPr>
        <p:spPr>
          <a:xfrm>
            <a:off x="8629650" y="152400"/>
            <a:ext cx="3429000" cy="203132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kumimoji="1" lang="ja-JP" altLang="en-US" dirty="0"/>
              <a:t>課題等の命名規則</a:t>
            </a:r>
          </a:p>
          <a:p>
            <a:pPr marL="285750" indent="-285750">
              <a:buFont typeface="Arial" panose="020B0604020202020204" pitchFamily="34" charset="0"/>
              <a:buChar char="•"/>
            </a:pPr>
            <a:r>
              <a:rPr lang="en-US" altLang="ja-JP" b="1" dirty="0"/>
              <a:t>[</a:t>
            </a:r>
            <a:r>
              <a:rPr lang="ja-JP" altLang="en-US" b="1" dirty="0"/>
              <a:t>連番</a:t>
            </a:r>
            <a:r>
              <a:rPr lang="en-US" altLang="ja-JP" b="1" dirty="0"/>
              <a:t>-</a:t>
            </a:r>
            <a:r>
              <a:rPr lang="ja-JP" altLang="en-US" b="1" dirty="0"/>
              <a:t>講義日ノートタイプ</a:t>
            </a:r>
            <a:r>
              <a:rPr lang="en-US" altLang="ja-JP" b="1" dirty="0"/>
              <a:t>]</a:t>
            </a:r>
            <a:endParaRPr lang="ja-JP" altLang="en-US" b="1" dirty="0"/>
          </a:p>
          <a:p>
            <a:pPr marL="285750" indent="-285750">
              <a:buFont typeface="Arial" panose="020B0604020202020204" pitchFamily="34" charset="0"/>
              <a:buChar char="•"/>
            </a:pPr>
            <a:r>
              <a:rPr lang="ja-JP" altLang="en-US" dirty="0"/>
              <a:t>講義日：</a:t>
            </a:r>
            <a:r>
              <a:rPr lang="en-US" altLang="ja-JP" dirty="0"/>
              <a:t>day01</a:t>
            </a:r>
            <a:r>
              <a:rPr lang="ja-JP" altLang="en-US" dirty="0"/>
              <a:t>～</a:t>
            </a:r>
            <a:r>
              <a:rPr lang="en-US" altLang="ja-JP" dirty="0"/>
              <a:t>day09</a:t>
            </a:r>
          </a:p>
          <a:p>
            <a:pPr marL="285750" indent="-285750">
              <a:buFont typeface="Arial" panose="020B0604020202020204" pitchFamily="34" charset="0"/>
              <a:buChar char="•"/>
            </a:pPr>
            <a:r>
              <a:rPr lang="ja-JP" altLang="en-US" dirty="0"/>
              <a:t>ノートタイプ：</a:t>
            </a:r>
          </a:p>
          <a:p>
            <a:pPr marL="742950" lvl="1" indent="-285750">
              <a:buFont typeface="Arial" panose="020B0604020202020204" pitchFamily="34" charset="0"/>
              <a:buChar char="•"/>
            </a:pPr>
            <a:r>
              <a:rPr lang="en-US" altLang="ja-JP" dirty="0"/>
              <a:t>Kk</a:t>
            </a:r>
            <a:r>
              <a:rPr lang="ja-JP" altLang="en-US" dirty="0"/>
              <a:t>：講義内課題</a:t>
            </a:r>
          </a:p>
          <a:p>
            <a:pPr marL="742950" lvl="1" indent="-285750">
              <a:buFont typeface="Arial" panose="020B0604020202020204" pitchFamily="34" charset="0"/>
              <a:buChar char="•"/>
            </a:pPr>
            <a:r>
              <a:rPr lang="en-US" altLang="ja-JP" dirty="0"/>
              <a:t>tb</a:t>
            </a:r>
            <a:r>
              <a:rPr lang="ja-JP" altLang="en-US" dirty="0"/>
              <a:t>：テキストブック</a:t>
            </a:r>
            <a:endParaRPr lang="en-US" altLang="ja-JP" dirty="0"/>
          </a:p>
          <a:p>
            <a:pPr marL="742950" lvl="1" indent="-285750">
              <a:buFont typeface="Arial" panose="020B0604020202020204" pitchFamily="34" charset="0"/>
              <a:buChar char="•"/>
            </a:pPr>
            <a:r>
              <a:rPr lang="en-US" altLang="ja-JP" dirty="0" err="1"/>
              <a:t>hw</a:t>
            </a:r>
            <a:r>
              <a:rPr lang="ja-JP" altLang="en-US" dirty="0"/>
              <a:t>：宿題</a:t>
            </a:r>
          </a:p>
        </p:txBody>
      </p:sp>
    </p:spTree>
    <p:extLst>
      <p:ext uri="{BB962C8B-B14F-4D97-AF65-F5344CB8AC3E}">
        <p14:creationId xmlns:p14="http://schemas.microsoft.com/office/powerpoint/2010/main" val="81527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情報論理学">
  <a:themeElements>
    <a:clrScheme name="津田塾大学情報科学">
      <a:dk1>
        <a:srgbClr val="353941"/>
      </a:dk1>
      <a:lt1>
        <a:srgbClr val="FFFFFF"/>
      </a:lt1>
      <a:dk2>
        <a:srgbClr val="263F41"/>
      </a:dk2>
      <a:lt2>
        <a:srgbClr val="E0E804"/>
      </a:lt2>
      <a:accent1>
        <a:srgbClr val="CE276C"/>
      </a:accent1>
      <a:accent2>
        <a:srgbClr val="D85514"/>
      </a:accent2>
      <a:accent3>
        <a:srgbClr val="95B00D"/>
      </a:accent3>
      <a:accent4>
        <a:srgbClr val="56B833"/>
      </a:accent4>
      <a:accent5>
        <a:srgbClr val="034AA1"/>
      </a:accent5>
      <a:accent6>
        <a:srgbClr val="510296"/>
      </a:accent6>
      <a:hlink>
        <a:srgbClr val="0563C1"/>
      </a:hlink>
      <a:folHlink>
        <a:srgbClr val="954F72"/>
      </a:folHlink>
    </a:clrScheme>
    <a:fontScheme name="都立大講義">
      <a:majorFont>
        <a:latin typeface="VDL Ｖ７ゴシック EB"/>
        <a:ea typeface="VDL Ｖ７ゴシック EB"/>
        <a:cs typeface=""/>
      </a:majorFont>
      <a:minorFont>
        <a:latin typeface="TBちび丸ゴシックPlusK Pro R"/>
        <a:ea typeface="TBちび丸ゴシックPlusK Pro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情報論理学" id="{9D04152A-154A-442E-A643-BF86048DE20D}" vid="{8058DE17-911C-49AC-A2EB-3BD0BB04877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1">
    <wetp:webextensionref xmlns:r="http://schemas.openxmlformats.org/officeDocument/2006/relationships" r:id="rId1"/>
  </wetp:taskpane>
  <wetp:taskpane dockstate="right" visibility="0" width="525" row="1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64C3975-57B6-47A0-85FF-E5F62F7E67C8}">
  <we:reference id="a19c72e1-6786-40f7-b977-f44d74d31275" version="2.1.0.0" store="EXCatalog" storeType="EXCatalog"/>
  <we:alternateReferences>
    <we:reference id="WA104379279" version="2.1.0.0" store="ja-JP"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BBB6DD3-8407-4865-923C-51624D4BD5C4}">
  <we:reference id="2d5ec7a8-3235-439f-acf6-ad88ee2f7e85" version="1.0.0.0" store="EXCatalog" storeType="EXCatalog"/>
  <we:alternateReferences>
    <we:reference id="WA104006972" version="1.0.0.0" store="ja-JP"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9007</TotalTime>
  <Words>1082</Words>
  <Application>Microsoft Office PowerPoint</Application>
  <PresentationFormat>ワイド画面</PresentationFormat>
  <Paragraphs>225</Paragraphs>
  <Slides>15</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15</vt:i4>
      </vt:variant>
    </vt:vector>
  </HeadingPairs>
  <TitlesOfParts>
    <vt:vector size="23" baseType="lpstr">
      <vt:lpstr>system-ui</vt:lpstr>
      <vt:lpstr>TBちび丸ゴシックPlusK Pro R</vt:lpstr>
      <vt:lpstr>VDL Ｖ７ゴシック EB</vt:lpstr>
      <vt:lpstr>游ゴシック</vt:lpstr>
      <vt:lpstr>Arial</vt:lpstr>
      <vt:lpstr>Consolas</vt:lpstr>
      <vt:lpstr>Courier New</vt:lpstr>
      <vt:lpstr>情報論理学</vt:lpstr>
      <vt:lpstr>情報 科学ｅ</vt:lpstr>
      <vt:lpstr>2025年度 講義日程</vt:lpstr>
      <vt:lpstr>情報科学ｅ</vt:lpstr>
      <vt:lpstr>予習テキストで学んだ事</vt:lpstr>
      <vt:lpstr>本日の講義部分について</vt:lpstr>
      <vt:lpstr>オブジェクト指向とは</vt:lpstr>
      <vt:lpstr>講義前テキストのおさらい</vt:lpstr>
      <vt:lpstr>差分プログラミングとは</vt:lpstr>
      <vt:lpstr>似顔絵描画クラス</vt:lpstr>
      <vt:lpstr>クラスのDocstringを読む</vt:lpstr>
      <vt:lpstr>クラスの継承</vt:lpstr>
      <vt:lpstr>情報科学ｅ</vt:lpstr>
      <vt:lpstr>[15-day04kk]  オブジェクト指向の効能を知ろう</vt:lpstr>
      <vt:lpstr>Homework</vt:lpstr>
      <vt:lpstr>Day04の宿題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横山昌平</dc:creator>
  <cp:lastModifiedBy>横山昌平</cp:lastModifiedBy>
  <cp:revision>118</cp:revision>
  <dcterms:created xsi:type="dcterms:W3CDTF">2020-04-20T04:18:00Z</dcterms:created>
  <dcterms:modified xsi:type="dcterms:W3CDTF">2026-05-13T07:19:55Z</dcterms:modified>
</cp:coreProperties>
</file>