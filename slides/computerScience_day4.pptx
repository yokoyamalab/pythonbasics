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69" r:id="rId4"/>
    <p:sldId id="313" r:id="rId5"/>
    <p:sldId id="312" r:id="rId6"/>
    <p:sldId id="311" r:id="rId7"/>
    <p:sldId id="306" r:id="rId8"/>
    <p:sldId id="307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804"/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8" autoAdjust="0"/>
    <p:restoredTop sz="94660"/>
  </p:normalViewPr>
  <p:slideViewPr>
    <p:cSldViewPr snapToGrid="0">
      <p:cViewPr varScale="1">
        <p:scale>
          <a:sx n="82" d="100"/>
          <a:sy n="82" d="100"/>
        </p:scale>
        <p:origin x="8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2025/5/5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1977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Day4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Day4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科学Ｃ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 C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807079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リテラル／データ構造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演算子／制御構文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可視化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endParaRPr kumimoji="1" lang="en-US" altLang="ja-JP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第３回　</a:t>
            </a:r>
            <a:r>
              <a:rPr kumimoji="1" lang="ja-JP" altLang="en-US" sz="2400" dirty="0"/>
              <a:t>演算子／制御構文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617532-72A8-4D77-B75C-DB0447AE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Day4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832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BAFCEC-8A6E-AA99-A7DD-8CE3C747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 dirty="0"/>
              <a:t>情報科学ｃ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8819AB71-0721-4414-265D-70A1C519A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予習テキストで学んだ事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02A59D4F-CCF2-27D9-CEF2-CD414083A3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関数</a:t>
            </a:r>
          </a:p>
          <a:p>
            <a:pPr lvl="1"/>
            <a:r>
              <a:rPr lang="ja-JP" altLang="en-US" dirty="0"/>
              <a:t>組み込み関数</a:t>
            </a:r>
          </a:p>
          <a:p>
            <a:pPr lvl="1"/>
            <a:r>
              <a:rPr lang="ja-JP" altLang="en-US" dirty="0"/>
              <a:t>関数の定義</a:t>
            </a:r>
          </a:p>
          <a:p>
            <a:pPr lvl="2"/>
            <a:r>
              <a:rPr lang="ja-JP" altLang="en-US" dirty="0"/>
              <a:t>引数の機能色々</a:t>
            </a:r>
          </a:p>
          <a:p>
            <a:pPr lvl="1"/>
            <a:r>
              <a:rPr lang="ja-JP" altLang="en-US" dirty="0"/>
              <a:t>再帰呼び出し</a:t>
            </a:r>
          </a:p>
          <a:p>
            <a:pPr lvl="1"/>
            <a:r>
              <a:rPr lang="ja-JP" altLang="en-US" dirty="0"/>
              <a:t>高階関数</a:t>
            </a:r>
          </a:p>
          <a:p>
            <a:pPr lvl="1"/>
            <a:r>
              <a:rPr lang="ja-JP" altLang="en-US" dirty="0"/>
              <a:t>ラムダ式</a:t>
            </a:r>
            <a:r>
              <a:rPr lang="en-US" altLang="ja-JP" dirty="0"/>
              <a:t>【</a:t>
            </a:r>
            <a:r>
              <a:rPr lang="ja-JP" altLang="en-US" dirty="0"/>
              <a:t>発展</a:t>
            </a:r>
            <a:r>
              <a:rPr lang="en-US" altLang="ja-JP" dirty="0"/>
              <a:t>】</a:t>
            </a:r>
          </a:p>
          <a:p>
            <a:endParaRPr lang="ja-JP" altLang="en-US" b="0" i="0" dirty="0">
              <a:effectLst/>
              <a:latin typeface="system-ui"/>
            </a:endParaRP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F1EF0F1-51EC-3148-5BB4-A9555422C2A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ja-JP" altLang="en-US" dirty="0"/>
              <a:t>クラスとオブジェクト指向</a:t>
            </a:r>
          </a:p>
          <a:p>
            <a:pPr lvl="1"/>
            <a:r>
              <a:rPr lang="ja-JP" altLang="en-US" dirty="0"/>
              <a:t>クラスの定義</a:t>
            </a:r>
          </a:p>
          <a:p>
            <a:pPr lvl="1"/>
            <a:r>
              <a:rPr lang="ja-JP" altLang="en-US" dirty="0"/>
              <a:t>クラスの利用</a:t>
            </a:r>
            <a:r>
              <a:rPr lang="en-US" altLang="ja-JP" sz="1800" dirty="0"/>
              <a:t>(</a:t>
            </a:r>
            <a:r>
              <a:rPr lang="ja-JP" altLang="en-US" sz="1800" b="0" i="0" dirty="0">
                <a:effectLst/>
                <a:latin typeface="system-ui"/>
              </a:rPr>
              <a:t>インスタンス作成</a:t>
            </a:r>
            <a:r>
              <a:rPr lang="en-US" altLang="ja-JP" sz="1800" dirty="0"/>
              <a:t>)</a:t>
            </a:r>
            <a:endParaRPr lang="ja-JP" altLang="en-US" dirty="0"/>
          </a:p>
          <a:p>
            <a:pPr lvl="1"/>
            <a:r>
              <a:rPr lang="ja-JP" altLang="en-US" dirty="0"/>
              <a:t>フィールドとメソッド</a:t>
            </a:r>
            <a:endParaRPr lang="en-US" altLang="ja-JP" dirty="0"/>
          </a:p>
          <a:p>
            <a:pPr lvl="1"/>
            <a:r>
              <a:rPr lang="ja-JP" altLang="en-US" dirty="0"/>
              <a:t>プロパティと</a:t>
            </a:r>
            <a:r>
              <a:rPr lang="en-US" altLang="ja-JP" dirty="0"/>
              <a:t>Setter【</a:t>
            </a:r>
            <a:r>
              <a:rPr lang="ja-JP" altLang="en-US" dirty="0"/>
              <a:t>発展</a:t>
            </a:r>
            <a:r>
              <a:rPr lang="en-US" altLang="ja-JP" dirty="0"/>
              <a:t>】</a:t>
            </a:r>
            <a:endParaRPr lang="ja-JP" altLang="en-US" dirty="0"/>
          </a:p>
          <a:p>
            <a:pPr lvl="1"/>
            <a:r>
              <a:rPr lang="ja-JP" altLang="en-US" dirty="0"/>
              <a:t>変数のスコープ</a:t>
            </a:r>
          </a:p>
          <a:p>
            <a:pPr lvl="2"/>
            <a:r>
              <a:rPr lang="ja-JP" altLang="en-US" dirty="0"/>
              <a:t>クラス変数</a:t>
            </a:r>
          </a:p>
          <a:p>
            <a:pPr lvl="2"/>
            <a:r>
              <a:rPr lang="ja-JP" altLang="en-US" dirty="0"/>
              <a:t>インスタンス変数</a:t>
            </a:r>
          </a:p>
          <a:p>
            <a:pPr lvl="2"/>
            <a:r>
              <a:rPr lang="ja-JP" altLang="en-US" dirty="0"/>
              <a:t>ローカル変数</a:t>
            </a:r>
            <a:endParaRPr lang="en-US" altLang="ja-JP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0906CB-64DC-B653-3209-0F53F1D58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Day4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8E9A5A-087C-397D-9D0C-6A1F49A89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4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62172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第３回　</a:t>
            </a:r>
            <a:r>
              <a:rPr kumimoji="1" lang="ja-JP" altLang="en-US" sz="2400" dirty="0"/>
              <a:t>演算子／制御構文</a:t>
            </a:r>
            <a:r>
              <a:rPr kumimoji="1" lang="ja-JP" altLang="en-US" sz="2400" u="sng" dirty="0"/>
              <a:t>演習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Day4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53DF0-2AD1-7696-259C-7B8580FC4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17FAFD9B-4C0B-9EF1-5FFA-1FF6B189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1611AAF-3D0D-8B64-C9FF-CB319AFE7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800" dirty="0"/>
              <a:t>[</a:t>
            </a:r>
            <a:r>
              <a:rPr kumimoji="1" lang="en-US" altLang="ja-JP" sz="2800" dirty="0">
                <a:solidFill>
                  <a:schemeClr val="accent1"/>
                </a:solidFill>
              </a:rPr>
              <a:t>1</a:t>
            </a:r>
            <a:r>
              <a:rPr lang="en-US" altLang="ja-JP" sz="2800" dirty="0">
                <a:solidFill>
                  <a:schemeClr val="accent1"/>
                </a:solidFill>
              </a:rPr>
              <a:t>3</a:t>
            </a:r>
            <a:r>
              <a:rPr kumimoji="1" lang="en-US" altLang="ja-JP" sz="2800" dirty="0"/>
              <a:t>-day04kk] </a:t>
            </a:r>
            <a:br>
              <a:rPr kumimoji="1" lang="ja-JP" altLang="en-US" dirty="0"/>
            </a:br>
            <a:r>
              <a:rPr kumimoji="1" lang="ja-JP" altLang="en-US" dirty="0"/>
              <a:t>オブジェクト指向の効能を知ろう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A2E979-0E7F-5B1C-1282-C07F86B7E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kumimoji="1" lang="ja-JP" altLang="en-US" dirty="0"/>
              <a:t>お題</a:t>
            </a:r>
          </a:p>
          <a:p>
            <a:pPr lvl="1"/>
            <a:r>
              <a:rPr lang="ja-JP" altLang="en-US" dirty="0"/>
              <a:t>前回作った辞書型のリストを使います。</a:t>
            </a:r>
          </a:p>
          <a:p>
            <a:pPr lvl="1"/>
            <a:r>
              <a:rPr lang="ja-JP" altLang="en-US" dirty="0"/>
              <a:t>これを</a:t>
            </a:r>
            <a:r>
              <a:rPr lang="en-US" altLang="ja-JP" dirty="0"/>
              <a:t>for</a:t>
            </a:r>
            <a:r>
              <a:rPr lang="ja-JP" altLang="en-US" dirty="0"/>
              <a:t>文や</a:t>
            </a:r>
            <a:r>
              <a:rPr lang="en-US" altLang="ja-JP" dirty="0"/>
              <a:t>while</a:t>
            </a:r>
            <a:r>
              <a:rPr lang="ja-JP" altLang="en-US" dirty="0"/>
              <a:t>文で各要素を見て、検索やソートをする</a:t>
            </a:r>
          </a:p>
          <a:p>
            <a:pPr lvl="1"/>
            <a:r>
              <a:rPr lang="ja-JP" altLang="en-US" dirty="0"/>
              <a:t>与えられキーワードを持つ要素のみ出力する</a:t>
            </a:r>
          </a:p>
          <a:p>
            <a:pPr lvl="1"/>
            <a:r>
              <a:rPr lang="ja-JP" altLang="en-US" dirty="0"/>
              <a:t>与えられた数値以上</a:t>
            </a:r>
            <a:r>
              <a:rPr lang="en-US" altLang="ja-JP" dirty="0"/>
              <a:t>/</a:t>
            </a:r>
            <a:r>
              <a:rPr lang="ja-JP" altLang="en-US" dirty="0"/>
              <a:t>以下の要素のみ出力する</a:t>
            </a:r>
          </a:p>
          <a:p>
            <a:pPr lvl="1"/>
            <a:r>
              <a:rPr lang="ja-JP" altLang="en-US" dirty="0"/>
              <a:t>各要素が持つ数値でソートする</a:t>
            </a:r>
          </a:p>
          <a:p>
            <a:pPr lvl="1"/>
            <a:r>
              <a:rPr lang="ja-JP" altLang="en-US" dirty="0"/>
              <a:t>各要素が持つ文字列でソートする</a:t>
            </a:r>
          </a:p>
          <a:p>
            <a:pPr lvl="1"/>
            <a:r>
              <a:rPr lang="ja-JP" altLang="en-US" dirty="0"/>
              <a:t>などなど・・・・（他、演算子や制御構文を使って何を作っても</a:t>
            </a:r>
            <a:r>
              <a:rPr lang="en-US" altLang="ja-JP" dirty="0"/>
              <a:t>OK</a:t>
            </a:r>
            <a:r>
              <a:rPr lang="ja-JP" altLang="en-US" dirty="0"/>
              <a:t>）</a:t>
            </a:r>
          </a:p>
          <a:p>
            <a:r>
              <a:rPr lang="ja-JP" altLang="en-US" dirty="0"/>
              <a:t>発表：希望者のみ先着順で講義終了時刻まで</a:t>
            </a:r>
          </a:p>
          <a:p>
            <a:pPr lvl="1"/>
            <a:r>
              <a:rPr lang="ja-JP" altLang="en-US" dirty="0"/>
              <a:t>前でノートを表示しながら簡単に説明をしてもらいます</a:t>
            </a:r>
          </a:p>
          <a:p>
            <a:pPr lvl="1"/>
            <a:r>
              <a:rPr lang="ja-JP" altLang="en-US" dirty="0"/>
              <a:t>発表した人は記録して、成績の加点対象にします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6EC982-1A89-389F-C924-7ED8328A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1DE181-3A7C-2141-F754-2D466590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69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Day03</a:t>
            </a:r>
            <a:r>
              <a:rPr lang="ja-JP" altLang="en-US" dirty="0"/>
              <a:t>→</a:t>
            </a:r>
            <a:r>
              <a:rPr lang="en-US" altLang="ja-JP" dirty="0"/>
              <a:t>Day04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46B3-4843-95D6-3739-FBC6433C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C872CB-5799-28ED-4479-AAA9792C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132B40C-9159-C623-F1C1-505FB3969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Day03</a:t>
            </a:r>
            <a:r>
              <a:rPr kumimoji="1" lang="ja-JP" altLang="en-US" dirty="0"/>
              <a:t>の宿題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2824EF-C7BB-4EF4-A76E-6702C6F97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825625"/>
            <a:ext cx="9998530" cy="4351338"/>
          </a:xfrm>
        </p:spPr>
        <p:txBody>
          <a:bodyPr>
            <a:normAutofit/>
          </a:bodyPr>
          <a:lstStyle/>
          <a:p>
            <a:r>
              <a:rPr kumimoji="1" lang="ja-JP" altLang="en-US" sz="2800" dirty="0"/>
              <a:t>予習テキスト</a:t>
            </a:r>
            <a:r>
              <a:rPr lang="ja-JP" altLang="en-US" dirty="0"/>
              <a:t>兼</a:t>
            </a:r>
            <a:r>
              <a:rPr lang="en-US" altLang="ja-JP" dirty="0"/>
              <a:t>16</a:t>
            </a:r>
            <a:r>
              <a:rPr lang="ja-JP" altLang="en-US" dirty="0"/>
              <a:t>本ノック</a:t>
            </a:r>
            <a:r>
              <a:rPr kumimoji="1" lang="ja-JP" altLang="en-US" sz="2800" dirty="0"/>
              <a:t>をやる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14</a:t>
            </a:r>
            <a:r>
              <a:rPr kumimoji="1" lang="en-US" altLang="ja-JP" dirty="0">
                <a:latin typeface="+mj-lt"/>
              </a:rPr>
              <a:t>-day04</a:t>
            </a:r>
            <a:r>
              <a:rPr lang="en-US" altLang="ja-JP" dirty="0">
                <a:latin typeface="+mj-lt"/>
              </a:rPr>
              <a:t>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/>
              <a:t>NumPy</a:t>
            </a:r>
            <a:r>
              <a:rPr lang="en-US" altLang="ja-JP" dirty="0"/>
              <a:t>16</a:t>
            </a:r>
            <a:r>
              <a:rPr lang="ja-JP" altLang="en-US" dirty="0"/>
              <a:t>本ノック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15</a:t>
            </a:r>
            <a:r>
              <a:rPr kumimoji="1" lang="en-US" altLang="ja-JP" dirty="0">
                <a:latin typeface="+mj-lt"/>
              </a:rPr>
              <a:t>-day04</a:t>
            </a:r>
            <a:r>
              <a:rPr lang="en-US" altLang="ja-JP" dirty="0">
                <a:latin typeface="+mj-lt"/>
              </a:rPr>
              <a:t>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kumimoji="1" lang="en-US" altLang="ja-JP" dirty="0">
                <a:latin typeface="system-ui"/>
              </a:rPr>
              <a:t>Pandas16</a:t>
            </a:r>
            <a:r>
              <a:rPr kumimoji="1" lang="ja-JP" altLang="en-US" dirty="0">
                <a:latin typeface="system-ui"/>
              </a:rPr>
              <a:t>本ノック</a:t>
            </a:r>
          </a:p>
          <a:p>
            <a:pPr lvl="1"/>
            <a:r>
              <a:rPr kumimoji="1" lang="ja-JP" altLang="en-US" dirty="0"/>
              <a:t>今回は知識確認問題を兼ねています</a:t>
            </a:r>
          </a:p>
          <a:p>
            <a:pPr lvl="1"/>
            <a:r>
              <a:rPr lang="ja-JP" altLang="en-US" dirty="0"/>
              <a:t>期限：火曜日</a:t>
            </a:r>
            <a:r>
              <a:rPr lang="en-US" altLang="ja-JP" dirty="0"/>
              <a:t>23:59</a:t>
            </a:r>
            <a:endParaRPr lang="ja-JP" altLang="en-US" dirty="0"/>
          </a:p>
          <a:p>
            <a:pPr lvl="1"/>
            <a:endParaRPr kumimoji="1" lang="ja-JP" altLang="en-US" dirty="0"/>
          </a:p>
          <a:p>
            <a:r>
              <a:rPr lang="en-US" altLang="ja-JP" dirty="0"/>
              <a:t>Google</a:t>
            </a:r>
            <a:r>
              <a:rPr lang="ja-JP" altLang="en-US" dirty="0"/>
              <a:t> </a:t>
            </a:r>
            <a:r>
              <a:rPr lang="en-US" altLang="ja-JP" dirty="0"/>
              <a:t>Classroom</a:t>
            </a:r>
            <a:r>
              <a:rPr lang="ja-JP" altLang="en-US" dirty="0"/>
              <a:t>を通じて配布します。</a:t>
            </a:r>
          </a:p>
          <a:p>
            <a:r>
              <a:rPr kumimoji="1" lang="ja-JP" altLang="en-US" dirty="0"/>
              <a:t>宿題の提出も</a:t>
            </a:r>
            <a:r>
              <a:rPr kumimoji="1" lang="en-US" altLang="ja-JP" dirty="0"/>
              <a:t>Google Classroom</a:t>
            </a:r>
            <a:r>
              <a:rPr kumimoji="1" lang="ja-JP" altLang="en-US" dirty="0"/>
              <a:t>に行ってください。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1D3F51-F7C8-B336-586B-E580A5CE0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6A303-9629-7CD3-45E0-A5790AB39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1B94267-10FE-D83D-D798-18C1DFE479A1}"/>
              </a:ext>
            </a:extLst>
          </p:cNvPr>
          <p:cNvSpPr txBox="1"/>
          <p:nvPr/>
        </p:nvSpPr>
        <p:spPr>
          <a:xfrm>
            <a:off x="8629650" y="152400"/>
            <a:ext cx="3429000" cy="20313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課題等の命名規則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b="1" dirty="0"/>
              <a:t>[</a:t>
            </a:r>
            <a:r>
              <a:rPr lang="ja-JP" altLang="en-US" b="1" dirty="0"/>
              <a:t>連番</a:t>
            </a:r>
            <a:r>
              <a:rPr lang="en-US" altLang="ja-JP" b="1" dirty="0"/>
              <a:t>-</a:t>
            </a:r>
            <a:r>
              <a:rPr lang="ja-JP" altLang="en-US" b="1" dirty="0"/>
              <a:t>講義日ノートタイプ</a:t>
            </a:r>
            <a:r>
              <a:rPr lang="en-US" altLang="ja-JP" b="1" dirty="0"/>
              <a:t>]</a:t>
            </a:r>
            <a:endParaRPr lang="ja-JP" alt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講義日：</a:t>
            </a:r>
            <a:r>
              <a:rPr lang="en-US" altLang="ja-JP" dirty="0"/>
              <a:t>day01</a:t>
            </a:r>
            <a:r>
              <a:rPr lang="ja-JP" altLang="en-US" dirty="0"/>
              <a:t>～</a:t>
            </a:r>
            <a:r>
              <a:rPr lang="en-US" altLang="ja-JP" dirty="0"/>
              <a:t>day09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ノートタイプ：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Kk</a:t>
            </a:r>
            <a:r>
              <a:rPr lang="ja-JP" altLang="en-US" dirty="0"/>
              <a:t>：講義内課題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tb</a:t>
            </a:r>
            <a:r>
              <a:rPr lang="ja-JP" altLang="en-US" dirty="0"/>
              <a:t>：テキストブック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 err="1"/>
              <a:t>hw</a:t>
            </a:r>
            <a:r>
              <a:rPr lang="ja-JP" altLang="en-US" dirty="0"/>
              <a:t>：宿題</a:t>
            </a:r>
          </a:p>
        </p:txBody>
      </p:sp>
    </p:spTree>
    <p:extLst>
      <p:ext uri="{BB962C8B-B14F-4D97-AF65-F5344CB8AC3E}">
        <p14:creationId xmlns:p14="http://schemas.microsoft.com/office/powerpoint/2010/main" val="815270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6494</TotalTime>
  <Words>469</Words>
  <Application>Microsoft Office PowerPoint</Application>
  <PresentationFormat>ワイド画面</PresentationFormat>
  <Paragraphs>123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system-ui</vt:lpstr>
      <vt:lpstr>TBちび丸ゴシックPlusK Pro R</vt:lpstr>
      <vt:lpstr>VDL Ｖ７ゴシック EB</vt:lpstr>
      <vt:lpstr>游ゴシック</vt:lpstr>
      <vt:lpstr>Arial</vt:lpstr>
      <vt:lpstr>情報論理学</vt:lpstr>
      <vt:lpstr>情報 科学Ｃ</vt:lpstr>
      <vt:lpstr>2025年度 講義日程</vt:lpstr>
      <vt:lpstr>情報科学Ｃ</vt:lpstr>
      <vt:lpstr>予習テキストで学んだ事</vt:lpstr>
      <vt:lpstr>情報科学Ｃ</vt:lpstr>
      <vt:lpstr>[13-day04kk]  オブジェクト指向の効能を知ろう</vt:lpstr>
      <vt:lpstr>Homework</vt:lpstr>
      <vt:lpstr>Day03の宿題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110</cp:revision>
  <dcterms:created xsi:type="dcterms:W3CDTF">2020-04-20T04:18:00Z</dcterms:created>
  <dcterms:modified xsi:type="dcterms:W3CDTF">2025-05-04T22:50:32Z</dcterms:modified>
</cp:coreProperties>
</file>