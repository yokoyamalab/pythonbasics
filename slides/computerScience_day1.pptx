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9"/>
  </p:notesMasterIdLst>
  <p:sldIdLst>
    <p:sldId id="256" r:id="rId2"/>
    <p:sldId id="264" r:id="rId3"/>
    <p:sldId id="295" r:id="rId4"/>
    <p:sldId id="308" r:id="rId5"/>
    <p:sldId id="257" r:id="rId6"/>
    <p:sldId id="269" r:id="rId7"/>
    <p:sldId id="296" r:id="rId8"/>
    <p:sldId id="297" r:id="rId9"/>
    <p:sldId id="298" r:id="rId10"/>
    <p:sldId id="299" r:id="rId11"/>
    <p:sldId id="300" r:id="rId12"/>
    <p:sldId id="301" r:id="rId13"/>
    <p:sldId id="302" r:id="rId14"/>
    <p:sldId id="303" r:id="rId15"/>
    <p:sldId id="304" r:id="rId16"/>
    <p:sldId id="306" r:id="rId17"/>
    <p:sldId id="307" r:id="rId1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982" autoAdjust="0"/>
    <p:restoredTop sz="94660"/>
  </p:normalViewPr>
  <p:slideViewPr>
    <p:cSldViewPr snapToGrid="0">
      <p:cViewPr varScale="1">
        <p:scale>
          <a:sx n="80" d="100"/>
          <a:sy n="80" d="100"/>
        </p:scale>
        <p:origin x="4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743A7E-303A-4EAA-864C-611EED392E65}" type="datetimeFigureOut">
              <a:rPr kumimoji="1" lang="ja-JP" altLang="en-US" smtClean="0"/>
              <a:t>2025/4/16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A39EA8-FF6E-487D-8017-26A51A4403B6}" type="slidenum">
              <a:rPr kumimoji="1" lang="ja-JP" altLang="en-US" smtClean="0"/>
              <a:t>‹#›</a:t>
            </a:fld>
            <a:endParaRPr kumimoji="1" lang="ja-JP" altLang="en-US"/>
          </a:p>
        </p:txBody>
      </p:sp>
    </p:spTree>
    <p:extLst>
      <p:ext uri="{BB962C8B-B14F-4D97-AF65-F5344CB8AC3E}">
        <p14:creationId xmlns:p14="http://schemas.microsoft.com/office/powerpoint/2010/main" val="420835437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64334262-27A8-490F-AA41-F61BA7DFEBA9}" type="slidenum">
              <a:rPr kumimoji="1" lang="ja-JP" altLang="en-US" smtClean="0"/>
              <a:t>6</a:t>
            </a:fld>
            <a:endParaRPr kumimoji="1" lang="ja-JP" altLang="en-US" dirty="0"/>
          </a:p>
        </p:txBody>
      </p:sp>
    </p:spTree>
    <p:extLst>
      <p:ext uri="{BB962C8B-B14F-4D97-AF65-F5344CB8AC3E}">
        <p14:creationId xmlns:p14="http://schemas.microsoft.com/office/powerpoint/2010/main" val="52197706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タイトル スライド">
    <p:spTree>
      <p:nvGrpSpPr>
        <p:cNvPr id="1" name=""/>
        <p:cNvGrpSpPr/>
        <p:nvPr/>
      </p:nvGrpSpPr>
      <p:grpSpPr>
        <a:xfrm>
          <a:off x="0" y="0"/>
          <a:ext cx="0" cy="0"/>
          <a:chOff x="0" y="0"/>
          <a:chExt cx="0" cy="0"/>
        </a:xfrm>
      </p:grpSpPr>
      <p:sp>
        <p:nvSpPr>
          <p:cNvPr id="8" name="四角形: 角を丸くする 7">
            <a:extLst>
              <a:ext uri="{FF2B5EF4-FFF2-40B4-BE49-F238E27FC236}">
                <a16:creationId xmlns:a16="http://schemas.microsoft.com/office/drawing/2014/main" id="{E0E47F28-DF72-47BF-B95C-73F8BC6F067A}"/>
              </a:ext>
            </a:extLst>
          </p:cNvPr>
          <p:cNvSpPr/>
          <p:nvPr/>
        </p:nvSpPr>
        <p:spPr>
          <a:xfrm>
            <a:off x="410960" y="410960"/>
            <a:ext cx="4171308" cy="6036080"/>
          </a:xfrm>
          <a:prstGeom prst="roundRect">
            <a:avLst>
              <a:gd name="adj" fmla="val 312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147F3A06-B3E9-484B-AA0D-25C8CD8D5706}"/>
              </a:ext>
            </a:extLst>
          </p:cNvPr>
          <p:cNvSpPr>
            <a:spLocks noGrp="1"/>
          </p:cNvSpPr>
          <p:nvPr>
            <p:ph type="ctrTitle"/>
          </p:nvPr>
        </p:nvSpPr>
        <p:spPr>
          <a:xfrm>
            <a:off x="410960" y="410960"/>
            <a:ext cx="4171308" cy="2387600"/>
          </a:xfrm>
        </p:spPr>
        <p:txBody>
          <a:bodyPr lIns="432000" anchor="b">
            <a:noAutofit/>
          </a:bodyPr>
          <a:lstStyle>
            <a:lvl1pPr algn="l">
              <a:defRPr sz="7000">
                <a:solidFill>
                  <a:schemeClr val="bg2"/>
                </a:solidFill>
              </a:defRPr>
            </a:lvl1pPr>
          </a:lstStyle>
          <a:p>
            <a:r>
              <a:rPr kumimoji="1" lang="ja-JP" altLang="en-US"/>
              <a:t>マスター タイトルの書式設定</a:t>
            </a:r>
            <a:endParaRPr kumimoji="1" lang="ja-JP" altLang="en-US" dirty="0"/>
          </a:p>
        </p:txBody>
      </p:sp>
      <p:sp>
        <p:nvSpPr>
          <p:cNvPr id="3" name="字幕 2">
            <a:extLst>
              <a:ext uri="{FF2B5EF4-FFF2-40B4-BE49-F238E27FC236}">
                <a16:creationId xmlns:a16="http://schemas.microsoft.com/office/drawing/2014/main" id="{2A34F182-B301-4833-B201-025D8A7B9C5E}"/>
              </a:ext>
            </a:extLst>
          </p:cNvPr>
          <p:cNvSpPr>
            <a:spLocks noGrp="1"/>
          </p:cNvSpPr>
          <p:nvPr>
            <p:ph type="subTitle" idx="1"/>
          </p:nvPr>
        </p:nvSpPr>
        <p:spPr>
          <a:xfrm>
            <a:off x="410960" y="3602038"/>
            <a:ext cx="4170362" cy="733198"/>
          </a:xfrm>
        </p:spPr>
        <p:txBody>
          <a:bodyPr lIns="432000"/>
          <a:lstStyle>
            <a:lvl1pPr marL="0" indent="0" algn="l">
              <a:buNone/>
              <a:defRPr sz="2400">
                <a:solidFill>
                  <a:schemeClr val="bg2"/>
                </a:solidFill>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10" name="テキスト プレースホルダー 9">
            <a:extLst>
              <a:ext uri="{FF2B5EF4-FFF2-40B4-BE49-F238E27FC236}">
                <a16:creationId xmlns:a16="http://schemas.microsoft.com/office/drawing/2014/main" id="{5006FDE5-FCBF-4411-9C4A-446459574567}"/>
              </a:ext>
            </a:extLst>
          </p:cNvPr>
          <p:cNvSpPr>
            <a:spLocks noGrp="1"/>
          </p:cNvSpPr>
          <p:nvPr>
            <p:ph type="body" sz="quarter" idx="10"/>
          </p:nvPr>
        </p:nvSpPr>
        <p:spPr>
          <a:xfrm>
            <a:off x="411163" y="2798763"/>
            <a:ext cx="4170362" cy="808037"/>
          </a:xfrm>
        </p:spPr>
        <p:txBody>
          <a:bodyPr lIns="432000" anchor="ctr" anchorCtr="0">
            <a:normAutofit/>
          </a:bodyPr>
          <a:lstStyle>
            <a:lvl1pPr marL="0" indent="0" algn="l">
              <a:buNone/>
              <a:defRPr sz="1400">
                <a:solidFill>
                  <a:schemeClr val="bg2"/>
                </a:solidFill>
                <a:latin typeface="+mj-ea"/>
                <a:ea typeface="+mj-ea"/>
              </a:defRPr>
            </a:lvl1pPr>
          </a:lstStyle>
          <a:p>
            <a:pPr lvl="0"/>
            <a:r>
              <a:rPr kumimoji="1" lang="ja-JP" altLang="en-US"/>
              <a:t>マスター テキストの書式設定</a:t>
            </a:r>
          </a:p>
        </p:txBody>
      </p:sp>
      <p:sp>
        <p:nvSpPr>
          <p:cNvPr id="14" name="テキスト プレースホルダー 13">
            <a:extLst>
              <a:ext uri="{FF2B5EF4-FFF2-40B4-BE49-F238E27FC236}">
                <a16:creationId xmlns:a16="http://schemas.microsoft.com/office/drawing/2014/main" id="{756E6855-DE3B-4846-BF01-2C9E089E9986}"/>
              </a:ext>
            </a:extLst>
          </p:cNvPr>
          <p:cNvSpPr>
            <a:spLocks noGrp="1"/>
          </p:cNvSpPr>
          <p:nvPr>
            <p:ph type="body" sz="quarter" idx="11"/>
          </p:nvPr>
        </p:nvSpPr>
        <p:spPr>
          <a:xfrm>
            <a:off x="2654074" y="836387"/>
            <a:ext cx="1927248" cy="971550"/>
          </a:xfrm>
        </p:spPr>
        <p:txBody>
          <a:bodyPr rIns="432000">
            <a:normAutofit/>
          </a:bodyPr>
          <a:lstStyle>
            <a:lvl1pPr marL="0" indent="0" algn="r">
              <a:buNone/>
              <a:defRPr lang="fr-FR" altLang="ja-JP" sz="1600" b="0" i="0" smtClean="0">
                <a:solidFill>
                  <a:schemeClr val="bg2"/>
                </a:solidFill>
                <a:effectLst/>
              </a:defRPr>
            </a:lvl1pPr>
          </a:lstStyle>
          <a:p>
            <a:pPr lvl="0"/>
            <a:r>
              <a:rPr kumimoji="1" lang="ja-JP" altLang="en-US"/>
              <a:t>マスター テキストの書式設定</a:t>
            </a:r>
          </a:p>
        </p:txBody>
      </p:sp>
      <p:sp>
        <p:nvSpPr>
          <p:cNvPr id="15" name="テキスト プレースホルダー 13">
            <a:extLst>
              <a:ext uri="{FF2B5EF4-FFF2-40B4-BE49-F238E27FC236}">
                <a16:creationId xmlns:a16="http://schemas.microsoft.com/office/drawing/2014/main" id="{7E3360AC-1BFC-4F0A-8095-C5D5EB8EB087}"/>
              </a:ext>
            </a:extLst>
          </p:cNvPr>
          <p:cNvSpPr>
            <a:spLocks noGrp="1"/>
          </p:cNvSpPr>
          <p:nvPr>
            <p:ph type="body" sz="quarter" idx="12"/>
          </p:nvPr>
        </p:nvSpPr>
        <p:spPr>
          <a:xfrm>
            <a:off x="410960" y="5571316"/>
            <a:ext cx="4170362" cy="252383"/>
          </a:xfrm>
        </p:spPr>
        <p:txBody>
          <a:bodyPr rIns="720000">
            <a:noAutofit/>
          </a:bodyPr>
          <a:lstStyle>
            <a:lvl1pPr marL="0" indent="0" algn="r">
              <a:buNone/>
              <a:defRPr lang="fr-FR" altLang="ja-JP" sz="1600" b="0" i="0" smtClean="0">
                <a:solidFill>
                  <a:schemeClr val="bg2"/>
                </a:solidFill>
                <a:effectLst/>
              </a:defRPr>
            </a:lvl1pPr>
          </a:lstStyle>
          <a:p>
            <a:pPr lvl="0"/>
            <a:r>
              <a:rPr kumimoji="1" lang="ja-JP" altLang="en-US"/>
              <a:t>マスター テキストの書式設定</a:t>
            </a:r>
          </a:p>
        </p:txBody>
      </p:sp>
      <p:pic>
        <p:nvPicPr>
          <p:cNvPr id="17" name="グラフィックス 16" descr="月毎カレンダー">
            <a:extLst>
              <a:ext uri="{FF2B5EF4-FFF2-40B4-BE49-F238E27FC236}">
                <a16:creationId xmlns:a16="http://schemas.microsoft.com/office/drawing/2014/main" id="{5E31A6FF-0DE5-4C60-8E3B-463C3FE8456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15846" y="5559521"/>
            <a:ext cx="252382" cy="252382"/>
          </a:xfrm>
          <a:prstGeom prst="rect">
            <a:avLst/>
          </a:prstGeom>
        </p:spPr>
      </p:pic>
      <p:pic>
        <p:nvPicPr>
          <p:cNvPr id="19" name="グラフィックス 18" descr="時計">
            <a:extLst>
              <a:ext uri="{FF2B5EF4-FFF2-40B4-BE49-F238E27FC236}">
                <a16:creationId xmlns:a16="http://schemas.microsoft.com/office/drawing/2014/main" id="{28888EC0-9C0C-4605-B734-4E086ECBDC0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15846" y="5899863"/>
            <a:ext cx="264178" cy="264178"/>
          </a:xfrm>
          <a:prstGeom prst="rect">
            <a:avLst/>
          </a:prstGeom>
        </p:spPr>
      </p:pic>
      <p:sp>
        <p:nvSpPr>
          <p:cNvPr id="21" name="テキスト プレースホルダー 13">
            <a:extLst>
              <a:ext uri="{FF2B5EF4-FFF2-40B4-BE49-F238E27FC236}">
                <a16:creationId xmlns:a16="http://schemas.microsoft.com/office/drawing/2014/main" id="{A6FE1081-74EF-4DCD-9B6B-58AE4184E2F4}"/>
              </a:ext>
            </a:extLst>
          </p:cNvPr>
          <p:cNvSpPr>
            <a:spLocks noGrp="1"/>
          </p:cNvSpPr>
          <p:nvPr>
            <p:ph type="body" sz="quarter" idx="13"/>
          </p:nvPr>
        </p:nvSpPr>
        <p:spPr>
          <a:xfrm>
            <a:off x="410960" y="5911658"/>
            <a:ext cx="4170362" cy="252383"/>
          </a:xfrm>
        </p:spPr>
        <p:txBody>
          <a:bodyPr rIns="720000">
            <a:noAutofit/>
          </a:bodyPr>
          <a:lstStyle>
            <a:lvl1pPr marL="0" indent="0" algn="r">
              <a:buNone/>
              <a:defRPr lang="fr-FR" altLang="ja-JP" sz="1600" b="0" i="0" smtClean="0">
                <a:solidFill>
                  <a:schemeClr val="bg2"/>
                </a:solidFill>
                <a:effectLst/>
              </a:defRPr>
            </a:lvl1pPr>
          </a:lstStyle>
          <a:p>
            <a:pPr lvl="0"/>
            <a:r>
              <a:rPr kumimoji="1" lang="ja-JP" altLang="en-US"/>
              <a:t>マスター テキストの書式設定</a:t>
            </a:r>
          </a:p>
        </p:txBody>
      </p:sp>
      <p:sp>
        <p:nvSpPr>
          <p:cNvPr id="11" name="四角形: 角を丸くする 10">
            <a:extLst>
              <a:ext uri="{FF2B5EF4-FFF2-40B4-BE49-F238E27FC236}">
                <a16:creationId xmlns:a16="http://schemas.microsoft.com/office/drawing/2014/main" id="{C0B036A8-3716-4984-BEA1-BFA05709FBD0}"/>
              </a:ext>
            </a:extLst>
          </p:cNvPr>
          <p:cNvSpPr/>
          <p:nvPr userDrawn="1"/>
        </p:nvSpPr>
        <p:spPr>
          <a:xfrm>
            <a:off x="410960" y="410960"/>
            <a:ext cx="4171308" cy="6036080"/>
          </a:xfrm>
          <a:prstGeom prst="roundRect">
            <a:avLst>
              <a:gd name="adj" fmla="val 312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グラフィックス 11" descr="月毎カレンダー">
            <a:extLst>
              <a:ext uri="{FF2B5EF4-FFF2-40B4-BE49-F238E27FC236}">
                <a16:creationId xmlns:a16="http://schemas.microsoft.com/office/drawing/2014/main" id="{16A5C23C-AC82-4AF1-ABCF-5DCF31229C8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15846" y="5559521"/>
            <a:ext cx="252382" cy="252382"/>
          </a:xfrm>
          <a:prstGeom prst="rect">
            <a:avLst/>
          </a:prstGeom>
        </p:spPr>
      </p:pic>
      <p:pic>
        <p:nvPicPr>
          <p:cNvPr id="13" name="グラフィックス 12" descr="時計">
            <a:extLst>
              <a:ext uri="{FF2B5EF4-FFF2-40B4-BE49-F238E27FC236}">
                <a16:creationId xmlns:a16="http://schemas.microsoft.com/office/drawing/2014/main" id="{B17CE49E-F1A4-4143-9EC2-B5F7EB71DDC5}"/>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915846" y="5899863"/>
            <a:ext cx="264178" cy="264178"/>
          </a:xfrm>
          <a:prstGeom prst="rect">
            <a:avLst/>
          </a:prstGeom>
        </p:spPr>
      </p:pic>
    </p:spTree>
    <p:extLst>
      <p:ext uri="{BB962C8B-B14F-4D97-AF65-F5344CB8AC3E}">
        <p14:creationId xmlns:p14="http://schemas.microsoft.com/office/powerpoint/2010/main" val="1410640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C5A7BEB9-F351-4CB4-AC09-6557D41A19F7}"/>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2" name="タイトル 1">
            <a:extLst>
              <a:ext uri="{FF2B5EF4-FFF2-40B4-BE49-F238E27FC236}">
                <a16:creationId xmlns:a16="http://schemas.microsoft.com/office/drawing/2014/main" id="{EB6A195E-2386-4B3E-8997-DB98D5D1E2B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7B90559-414D-440F-B60E-2E11609B0D4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138EFE1-5047-4120-91D8-B38B928E235D}"/>
              </a:ext>
            </a:extLst>
          </p:cNvPr>
          <p:cNvSpPr>
            <a:spLocks noGrp="1"/>
          </p:cNvSpPr>
          <p:nvPr>
            <p:ph type="dt" sz="half" idx="10"/>
          </p:nvPr>
        </p:nvSpPr>
        <p:spPr/>
        <p:txBody>
          <a:bodyPr/>
          <a:lstStyle/>
          <a:p>
            <a:r>
              <a:rPr kumimoji="1" lang="en-US" altLang="ja-JP"/>
              <a:t>Day1</a:t>
            </a:r>
            <a:endParaRPr kumimoji="1" lang="ja-JP" altLang="en-US"/>
          </a:p>
        </p:txBody>
      </p:sp>
      <p:sp>
        <p:nvSpPr>
          <p:cNvPr id="6" name="スライド番号プレースホルダー 5">
            <a:extLst>
              <a:ext uri="{FF2B5EF4-FFF2-40B4-BE49-F238E27FC236}">
                <a16:creationId xmlns:a16="http://schemas.microsoft.com/office/drawing/2014/main" id="{4D083690-B423-4AB6-B70A-42FDB82CFF71}"/>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2976991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77BF5DC2-C09F-4ABA-8D58-1983792C8256}"/>
              </a:ext>
            </a:extLst>
          </p:cNvPr>
          <p:cNvSpPr/>
          <p:nvPr/>
        </p:nvSpPr>
        <p:spPr>
          <a:xfrm rot="5400000">
            <a:off x="1764236" y="1140425"/>
            <a:ext cx="4171308" cy="6036080"/>
          </a:xfrm>
          <a:prstGeom prst="roundRect">
            <a:avLst>
              <a:gd name="adj" fmla="val 312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D3C4C8B1-2AF8-4AD4-9335-90DBF3E41189}"/>
              </a:ext>
            </a:extLst>
          </p:cNvPr>
          <p:cNvSpPr>
            <a:spLocks noGrp="1"/>
          </p:cNvSpPr>
          <p:nvPr>
            <p:ph type="title"/>
          </p:nvPr>
        </p:nvSpPr>
        <p:spPr>
          <a:xfrm>
            <a:off x="831850" y="1709738"/>
            <a:ext cx="10515600" cy="2852737"/>
          </a:xfrm>
        </p:spPr>
        <p:txBody>
          <a:bodyPr anchor="b"/>
          <a:lstStyle>
            <a:lvl1pPr>
              <a:defRPr sz="6000">
                <a:solidFill>
                  <a:schemeClr val="bg2"/>
                </a:solidFill>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A033B43-6246-4F8F-8EBC-97DFFE53624E}"/>
              </a:ext>
            </a:extLst>
          </p:cNvPr>
          <p:cNvSpPr>
            <a:spLocks noGrp="1"/>
          </p:cNvSpPr>
          <p:nvPr>
            <p:ph type="body" idx="1"/>
          </p:nvPr>
        </p:nvSpPr>
        <p:spPr>
          <a:xfrm>
            <a:off x="831850" y="4589463"/>
            <a:ext cx="10515600" cy="1500187"/>
          </a:xfrm>
        </p:spPr>
        <p:txBody>
          <a:bodyPr/>
          <a:lstStyle>
            <a:lvl1pPr marL="0" indent="0">
              <a:buNone/>
              <a:defRPr sz="240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cxnSp>
        <p:nvCxnSpPr>
          <p:cNvPr id="9" name="直線コネクタ 8">
            <a:extLst>
              <a:ext uri="{FF2B5EF4-FFF2-40B4-BE49-F238E27FC236}">
                <a16:creationId xmlns:a16="http://schemas.microsoft.com/office/drawing/2014/main" id="{5CDC6133-E775-4AC7-B0CB-06DA0590B50D}"/>
              </a:ext>
            </a:extLst>
          </p:cNvPr>
          <p:cNvCxnSpPr>
            <a:cxnSpLocks/>
          </p:cNvCxnSpPr>
          <p:nvPr/>
        </p:nvCxnSpPr>
        <p:spPr>
          <a:xfrm>
            <a:off x="831850" y="4551452"/>
            <a:ext cx="603608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1" name="日付プレースホルダー 10">
            <a:extLst>
              <a:ext uri="{FF2B5EF4-FFF2-40B4-BE49-F238E27FC236}">
                <a16:creationId xmlns:a16="http://schemas.microsoft.com/office/drawing/2014/main" id="{A11DAC5A-3295-4699-B780-85682452D0BF}"/>
              </a:ext>
            </a:extLst>
          </p:cNvPr>
          <p:cNvSpPr>
            <a:spLocks noGrp="1"/>
          </p:cNvSpPr>
          <p:nvPr>
            <p:ph type="dt" sz="half" idx="10"/>
          </p:nvPr>
        </p:nvSpPr>
        <p:spPr>
          <a:xfrm>
            <a:off x="11254483" y="6380253"/>
            <a:ext cx="929811" cy="479039"/>
          </a:xfrm>
          <a:noFill/>
        </p:spPr>
        <p:txBody>
          <a:bodyPr/>
          <a:lstStyle>
            <a:lvl1pPr>
              <a:defRPr sz="1200">
                <a:solidFill>
                  <a:schemeClr val="bg1">
                    <a:lumMod val="95000"/>
                  </a:schemeClr>
                </a:solidFill>
                <a:latin typeface="+mn-ea"/>
                <a:ea typeface="+mn-ea"/>
              </a:defRPr>
            </a:lvl1pPr>
          </a:lstStyle>
          <a:p>
            <a:r>
              <a:rPr lang="en-US" altLang="ja-JP"/>
              <a:t>Day1</a:t>
            </a:r>
            <a:endParaRPr lang="ja-JP" altLang="en-US" dirty="0"/>
          </a:p>
        </p:txBody>
      </p:sp>
      <p:sp>
        <p:nvSpPr>
          <p:cNvPr id="12" name="フッター プレースホルダー 11">
            <a:extLst>
              <a:ext uri="{FF2B5EF4-FFF2-40B4-BE49-F238E27FC236}">
                <a16:creationId xmlns:a16="http://schemas.microsoft.com/office/drawing/2014/main" id="{96B9B820-4BF8-4E49-AE82-B3E19219A9E7}"/>
              </a:ext>
            </a:extLst>
          </p:cNvPr>
          <p:cNvSpPr>
            <a:spLocks noGrp="1"/>
          </p:cNvSpPr>
          <p:nvPr>
            <p:ph type="ftr" sz="quarter" idx="11"/>
          </p:nvPr>
        </p:nvSpPr>
        <p:spPr>
          <a:xfrm>
            <a:off x="929811" y="6380253"/>
            <a:ext cx="10324672" cy="477747"/>
          </a:xfrm>
          <a:noFill/>
        </p:spPr>
        <p:txBody>
          <a:bodyPr vert="horz"/>
          <a:lstStyle>
            <a:lvl1pPr>
              <a:defRPr sz="1200">
                <a:solidFill>
                  <a:schemeClr val="bg1">
                    <a:lumMod val="95000"/>
                  </a:schemeClr>
                </a:solidFill>
                <a:latin typeface="+mn-ea"/>
                <a:ea typeface="+mn-ea"/>
              </a:defRPr>
            </a:lvl1pPr>
          </a:lstStyle>
          <a:p>
            <a:r>
              <a:rPr lang="ja-JP" altLang="en-US"/>
              <a:t>情報科学ｃ</a:t>
            </a:r>
            <a:endParaRPr lang="ja-JP" altLang="en-US" dirty="0"/>
          </a:p>
        </p:txBody>
      </p:sp>
      <p:sp>
        <p:nvSpPr>
          <p:cNvPr id="13" name="スライド番号プレースホルダー 12">
            <a:extLst>
              <a:ext uri="{FF2B5EF4-FFF2-40B4-BE49-F238E27FC236}">
                <a16:creationId xmlns:a16="http://schemas.microsoft.com/office/drawing/2014/main" id="{2971BC73-1BC4-492F-9655-EE928B53112A}"/>
              </a:ext>
            </a:extLst>
          </p:cNvPr>
          <p:cNvSpPr>
            <a:spLocks noGrp="1"/>
          </p:cNvSpPr>
          <p:nvPr>
            <p:ph type="sldNum" sz="quarter" idx="12"/>
          </p:nvPr>
        </p:nvSpPr>
        <p:spPr>
          <a:xfrm>
            <a:off x="-1" y="6378961"/>
            <a:ext cx="929811" cy="479039"/>
          </a:xfrm>
          <a:noFill/>
        </p:spPr>
        <p:txBody>
          <a:bodyPr/>
          <a:lstStyle>
            <a:lvl1pPr>
              <a:defRPr sz="1200">
                <a:solidFill>
                  <a:schemeClr val="bg1">
                    <a:lumMod val="95000"/>
                  </a:schemeClr>
                </a:solidFill>
                <a:latin typeface="+mn-ea"/>
                <a:ea typeface="+mn-ea"/>
              </a:defRPr>
            </a:lvl1pPr>
          </a:lstStyle>
          <a:p>
            <a:fld id="{B4DA0251-0B3B-4C1C-96DC-5D2833458AB2}" type="slidenum">
              <a:rPr lang="ja-JP" altLang="en-US" smtClean="0"/>
              <a:pPr/>
              <a:t>‹#›</a:t>
            </a:fld>
            <a:endParaRPr lang="ja-JP" altLang="en-US" dirty="0"/>
          </a:p>
        </p:txBody>
      </p:sp>
      <p:sp>
        <p:nvSpPr>
          <p:cNvPr id="10" name="四角形: 角を丸くする 9">
            <a:extLst>
              <a:ext uri="{FF2B5EF4-FFF2-40B4-BE49-F238E27FC236}">
                <a16:creationId xmlns:a16="http://schemas.microsoft.com/office/drawing/2014/main" id="{CBE2209A-34C2-442B-8860-AD934E3A55A7}"/>
              </a:ext>
            </a:extLst>
          </p:cNvPr>
          <p:cNvSpPr/>
          <p:nvPr userDrawn="1"/>
        </p:nvSpPr>
        <p:spPr>
          <a:xfrm rot="5400000">
            <a:off x="1764236" y="1140425"/>
            <a:ext cx="4171308" cy="6036080"/>
          </a:xfrm>
          <a:prstGeom prst="roundRect">
            <a:avLst>
              <a:gd name="adj" fmla="val 312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CA23B75A-ECFC-445D-BF95-D1227263344A}"/>
              </a:ext>
            </a:extLst>
          </p:cNvPr>
          <p:cNvCxnSpPr>
            <a:cxnSpLocks/>
          </p:cNvCxnSpPr>
          <p:nvPr userDrawn="1"/>
        </p:nvCxnSpPr>
        <p:spPr>
          <a:xfrm>
            <a:off x="831850" y="4551452"/>
            <a:ext cx="603608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5036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6" name="フッター プレースホルダー 5">
            <a:extLst>
              <a:ext uri="{FF2B5EF4-FFF2-40B4-BE49-F238E27FC236}">
                <a16:creationId xmlns:a16="http://schemas.microsoft.com/office/drawing/2014/main" id="{09ABC7CE-F688-4A8F-BAF4-FE8FF46CA7E3}"/>
              </a:ext>
            </a:extLst>
          </p:cNvPr>
          <p:cNvSpPr>
            <a:spLocks noGrp="1"/>
          </p:cNvSpPr>
          <p:nvPr>
            <p:ph type="ftr" sz="quarter" idx="11"/>
          </p:nvPr>
        </p:nvSpPr>
        <p:spPr/>
        <p:txBody>
          <a:bodyPr/>
          <a:lstStyle/>
          <a:p>
            <a:r>
              <a:rPr kumimoji="1" lang="ja-JP" altLang="en-US"/>
              <a:t>情報科学ｃ</a:t>
            </a:r>
          </a:p>
        </p:txBody>
      </p:sp>
      <p:sp>
        <p:nvSpPr>
          <p:cNvPr id="2" name="タイトル 1">
            <a:extLst>
              <a:ext uri="{FF2B5EF4-FFF2-40B4-BE49-F238E27FC236}">
                <a16:creationId xmlns:a16="http://schemas.microsoft.com/office/drawing/2014/main" id="{4791292F-7D3C-4B8B-8049-878DE3F8989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FE0AD08-B9D5-4686-AE1E-5008D7F45EE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942FC32-2173-41D7-A238-5C31D06F821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13C2DE7-212B-49F8-8F87-F24BBC55F874}"/>
              </a:ext>
            </a:extLst>
          </p:cNvPr>
          <p:cNvSpPr>
            <a:spLocks noGrp="1"/>
          </p:cNvSpPr>
          <p:nvPr>
            <p:ph type="dt" sz="half" idx="10"/>
          </p:nvPr>
        </p:nvSpPr>
        <p:spPr/>
        <p:txBody>
          <a:bodyPr/>
          <a:lstStyle/>
          <a:p>
            <a:r>
              <a:rPr kumimoji="1" lang="en-US" altLang="ja-JP"/>
              <a:t>Day1</a:t>
            </a:r>
            <a:endParaRPr kumimoji="1" lang="ja-JP" altLang="en-US"/>
          </a:p>
        </p:txBody>
      </p:sp>
      <p:sp>
        <p:nvSpPr>
          <p:cNvPr id="7" name="スライド番号プレースホルダー 6">
            <a:extLst>
              <a:ext uri="{FF2B5EF4-FFF2-40B4-BE49-F238E27FC236}">
                <a16:creationId xmlns:a16="http://schemas.microsoft.com/office/drawing/2014/main" id="{73A0B284-F90B-4A8D-B496-EE9CCD66099E}"/>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3815240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8" name="フッター プレースホルダー 7">
            <a:extLst>
              <a:ext uri="{FF2B5EF4-FFF2-40B4-BE49-F238E27FC236}">
                <a16:creationId xmlns:a16="http://schemas.microsoft.com/office/drawing/2014/main" id="{96BA9B40-5515-453E-A67A-F1B4D4E1A1B4}"/>
              </a:ext>
            </a:extLst>
          </p:cNvPr>
          <p:cNvSpPr>
            <a:spLocks noGrp="1"/>
          </p:cNvSpPr>
          <p:nvPr>
            <p:ph type="ftr" sz="quarter" idx="11"/>
          </p:nvPr>
        </p:nvSpPr>
        <p:spPr/>
        <p:txBody>
          <a:bodyPr/>
          <a:lstStyle/>
          <a:p>
            <a:r>
              <a:rPr kumimoji="1" lang="ja-JP" altLang="en-US"/>
              <a:t>情報科学ｃ</a:t>
            </a:r>
          </a:p>
        </p:txBody>
      </p:sp>
      <p:sp>
        <p:nvSpPr>
          <p:cNvPr id="2" name="タイトル 1">
            <a:extLst>
              <a:ext uri="{FF2B5EF4-FFF2-40B4-BE49-F238E27FC236}">
                <a16:creationId xmlns:a16="http://schemas.microsoft.com/office/drawing/2014/main" id="{58302A9B-D2C1-4740-A595-87B27EA2678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E96EF2C-0AF8-4483-8381-18D47F489C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5D45F41-0A50-4141-B1FB-85C417B3AC9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5319A25-B3C7-4A4C-9DBF-D8EEA02388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DB0157E-EEB7-4D33-8037-E7E286F7757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28037F7-7442-42BB-BB8C-C310F6EE085A}"/>
              </a:ext>
            </a:extLst>
          </p:cNvPr>
          <p:cNvSpPr>
            <a:spLocks noGrp="1"/>
          </p:cNvSpPr>
          <p:nvPr>
            <p:ph type="dt" sz="half" idx="10"/>
          </p:nvPr>
        </p:nvSpPr>
        <p:spPr/>
        <p:txBody>
          <a:bodyPr/>
          <a:lstStyle/>
          <a:p>
            <a:r>
              <a:rPr kumimoji="1" lang="en-US" altLang="ja-JP"/>
              <a:t>Day1</a:t>
            </a:r>
            <a:endParaRPr kumimoji="1" lang="ja-JP" altLang="en-US"/>
          </a:p>
        </p:txBody>
      </p:sp>
      <p:sp>
        <p:nvSpPr>
          <p:cNvPr id="9" name="スライド番号プレースホルダー 8">
            <a:extLst>
              <a:ext uri="{FF2B5EF4-FFF2-40B4-BE49-F238E27FC236}">
                <a16:creationId xmlns:a16="http://schemas.microsoft.com/office/drawing/2014/main" id="{F7473174-C29E-4FF4-B05C-9F45D1DDEDF5}"/>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720881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339323D3-D052-407A-AE0F-D8C2F688846A}"/>
              </a:ext>
            </a:extLst>
          </p:cNvPr>
          <p:cNvSpPr>
            <a:spLocks noGrp="1"/>
          </p:cNvSpPr>
          <p:nvPr>
            <p:ph type="ftr" sz="quarter" idx="11"/>
          </p:nvPr>
        </p:nvSpPr>
        <p:spPr/>
        <p:txBody>
          <a:bodyPr/>
          <a:lstStyle/>
          <a:p>
            <a:r>
              <a:rPr kumimoji="1" lang="ja-JP" altLang="en-US"/>
              <a:t>情報科学ｃ</a:t>
            </a:r>
          </a:p>
        </p:txBody>
      </p:sp>
      <p:sp>
        <p:nvSpPr>
          <p:cNvPr id="2" name="タイトル 1">
            <a:extLst>
              <a:ext uri="{FF2B5EF4-FFF2-40B4-BE49-F238E27FC236}">
                <a16:creationId xmlns:a16="http://schemas.microsoft.com/office/drawing/2014/main" id="{69D8392C-15E6-4570-AB43-D6B5BF72E43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C9DEACB-116C-4736-97EF-3B57F3E20383}"/>
              </a:ext>
            </a:extLst>
          </p:cNvPr>
          <p:cNvSpPr>
            <a:spLocks noGrp="1"/>
          </p:cNvSpPr>
          <p:nvPr>
            <p:ph type="dt" sz="half" idx="10"/>
          </p:nvPr>
        </p:nvSpPr>
        <p:spPr/>
        <p:txBody>
          <a:bodyPr/>
          <a:lstStyle/>
          <a:p>
            <a:r>
              <a:rPr kumimoji="1" lang="en-US" altLang="ja-JP"/>
              <a:t>Day1</a:t>
            </a:r>
            <a:endParaRPr kumimoji="1" lang="ja-JP" altLang="en-US"/>
          </a:p>
        </p:txBody>
      </p:sp>
      <p:sp>
        <p:nvSpPr>
          <p:cNvPr id="5" name="スライド番号プレースホルダー 4">
            <a:extLst>
              <a:ext uri="{FF2B5EF4-FFF2-40B4-BE49-F238E27FC236}">
                <a16:creationId xmlns:a16="http://schemas.microsoft.com/office/drawing/2014/main" id="{AD4D71C1-D913-4D0E-82AD-25C6F594830D}"/>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2834290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8094BA8F-8DBE-475F-87FE-8ACFAF523223}"/>
              </a:ext>
            </a:extLst>
          </p:cNvPr>
          <p:cNvSpPr>
            <a:spLocks noGrp="1"/>
          </p:cNvSpPr>
          <p:nvPr>
            <p:ph type="ftr" sz="quarter" idx="11"/>
          </p:nvPr>
        </p:nvSpPr>
        <p:spPr/>
        <p:txBody>
          <a:bodyPr/>
          <a:lstStyle/>
          <a:p>
            <a:r>
              <a:rPr kumimoji="1" lang="ja-JP" altLang="en-US"/>
              <a:t>情報科学ｃ</a:t>
            </a:r>
          </a:p>
        </p:txBody>
      </p:sp>
      <p:sp>
        <p:nvSpPr>
          <p:cNvPr id="2" name="日付プレースホルダー 1">
            <a:extLst>
              <a:ext uri="{FF2B5EF4-FFF2-40B4-BE49-F238E27FC236}">
                <a16:creationId xmlns:a16="http://schemas.microsoft.com/office/drawing/2014/main" id="{3CBFF62E-96EE-4231-B1C9-D657627176B4}"/>
              </a:ext>
            </a:extLst>
          </p:cNvPr>
          <p:cNvSpPr>
            <a:spLocks noGrp="1"/>
          </p:cNvSpPr>
          <p:nvPr>
            <p:ph type="dt" sz="half" idx="10"/>
          </p:nvPr>
        </p:nvSpPr>
        <p:spPr/>
        <p:txBody>
          <a:bodyPr/>
          <a:lstStyle/>
          <a:p>
            <a:r>
              <a:rPr kumimoji="1" lang="en-US" altLang="ja-JP"/>
              <a:t>Day1</a:t>
            </a:r>
            <a:endParaRPr kumimoji="1" lang="ja-JP" altLang="en-US"/>
          </a:p>
        </p:txBody>
      </p:sp>
      <p:sp>
        <p:nvSpPr>
          <p:cNvPr id="4" name="スライド番号プレースホルダー 3">
            <a:extLst>
              <a:ext uri="{FF2B5EF4-FFF2-40B4-BE49-F238E27FC236}">
                <a16:creationId xmlns:a16="http://schemas.microsoft.com/office/drawing/2014/main" id="{705E5E13-27C9-46C8-9CFD-7A34CEE82587}"/>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2980272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6" name="フッター プレースホルダー 5">
            <a:extLst>
              <a:ext uri="{FF2B5EF4-FFF2-40B4-BE49-F238E27FC236}">
                <a16:creationId xmlns:a16="http://schemas.microsoft.com/office/drawing/2014/main" id="{A7440D56-CEEA-4384-A1F8-D367844FD553}"/>
              </a:ext>
            </a:extLst>
          </p:cNvPr>
          <p:cNvSpPr>
            <a:spLocks noGrp="1"/>
          </p:cNvSpPr>
          <p:nvPr>
            <p:ph type="ftr" sz="quarter" idx="11"/>
          </p:nvPr>
        </p:nvSpPr>
        <p:spPr/>
        <p:txBody>
          <a:bodyPr/>
          <a:lstStyle/>
          <a:p>
            <a:r>
              <a:rPr kumimoji="1" lang="ja-JP" altLang="en-US"/>
              <a:t>情報科学ｃ</a:t>
            </a:r>
          </a:p>
        </p:txBody>
      </p:sp>
      <p:sp>
        <p:nvSpPr>
          <p:cNvPr id="2" name="タイトル 1">
            <a:extLst>
              <a:ext uri="{FF2B5EF4-FFF2-40B4-BE49-F238E27FC236}">
                <a16:creationId xmlns:a16="http://schemas.microsoft.com/office/drawing/2014/main" id="{C1E818FD-EA9B-4E48-99A9-10D41BF279A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D5E8A80-BFAB-4C55-BB0E-3B1D036B1C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EBB79B4-7E3C-49BA-9702-8601BF27D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825AD8E-F37B-488E-8604-699084B3C132}"/>
              </a:ext>
            </a:extLst>
          </p:cNvPr>
          <p:cNvSpPr>
            <a:spLocks noGrp="1"/>
          </p:cNvSpPr>
          <p:nvPr>
            <p:ph type="dt" sz="half" idx="10"/>
          </p:nvPr>
        </p:nvSpPr>
        <p:spPr/>
        <p:txBody>
          <a:bodyPr/>
          <a:lstStyle/>
          <a:p>
            <a:r>
              <a:rPr kumimoji="1" lang="en-US" altLang="ja-JP"/>
              <a:t>Day1</a:t>
            </a:r>
            <a:endParaRPr kumimoji="1" lang="ja-JP" altLang="en-US"/>
          </a:p>
        </p:txBody>
      </p:sp>
      <p:sp>
        <p:nvSpPr>
          <p:cNvPr id="7" name="スライド番号プレースホルダー 6">
            <a:extLst>
              <a:ext uri="{FF2B5EF4-FFF2-40B4-BE49-F238E27FC236}">
                <a16:creationId xmlns:a16="http://schemas.microsoft.com/office/drawing/2014/main" id="{9B955EC4-1391-42FE-9B3D-F421AD428E72}"/>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3206965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6" name="フッター プレースホルダー 5">
            <a:extLst>
              <a:ext uri="{FF2B5EF4-FFF2-40B4-BE49-F238E27FC236}">
                <a16:creationId xmlns:a16="http://schemas.microsoft.com/office/drawing/2014/main" id="{13B5C4C1-2FE9-4245-91D9-0138ABDB151D}"/>
              </a:ext>
            </a:extLst>
          </p:cNvPr>
          <p:cNvSpPr>
            <a:spLocks noGrp="1"/>
          </p:cNvSpPr>
          <p:nvPr>
            <p:ph type="ftr" sz="quarter" idx="11"/>
          </p:nvPr>
        </p:nvSpPr>
        <p:spPr/>
        <p:txBody>
          <a:bodyPr/>
          <a:lstStyle/>
          <a:p>
            <a:r>
              <a:rPr kumimoji="1" lang="ja-JP" altLang="en-US"/>
              <a:t>情報科学ｃ</a:t>
            </a:r>
          </a:p>
        </p:txBody>
      </p:sp>
      <p:sp>
        <p:nvSpPr>
          <p:cNvPr id="2" name="タイトル 1">
            <a:extLst>
              <a:ext uri="{FF2B5EF4-FFF2-40B4-BE49-F238E27FC236}">
                <a16:creationId xmlns:a16="http://schemas.microsoft.com/office/drawing/2014/main" id="{381DB02F-0ACD-4339-A75B-8603B0E0CE3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205EE95-5C39-4306-BCE1-DEC15EF1B3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0F79E88F-F032-4489-B1F6-D566D70679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4384769-9FFF-4ABB-A0C9-9BB2275ABA66}"/>
              </a:ext>
            </a:extLst>
          </p:cNvPr>
          <p:cNvSpPr>
            <a:spLocks noGrp="1"/>
          </p:cNvSpPr>
          <p:nvPr>
            <p:ph type="dt" sz="half" idx="10"/>
          </p:nvPr>
        </p:nvSpPr>
        <p:spPr/>
        <p:txBody>
          <a:bodyPr/>
          <a:lstStyle/>
          <a:p>
            <a:r>
              <a:rPr kumimoji="1" lang="en-US" altLang="ja-JP"/>
              <a:t>Day1</a:t>
            </a:r>
            <a:endParaRPr kumimoji="1" lang="ja-JP" altLang="en-US"/>
          </a:p>
        </p:txBody>
      </p:sp>
      <p:sp>
        <p:nvSpPr>
          <p:cNvPr id="7" name="スライド番号プレースホルダー 6">
            <a:extLst>
              <a:ext uri="{FF2B5EF4-FFF2-40B4-BE49-F238E27FC236}">
                <a16:creationId xmlns:a16="http://schemas.microsoft.com/office/drawing/2014/main" id="{819AC5CA-ADF8-4B9A-A407-0A3FC6B56E6C}"/>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1795172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608E9B60-6531-4AE1-87CF-F0CE6851DB63}"/>
              </a:ext>
            </a:extLst>
          </p:cNvPr>
          <p:cNvSpPr>
            <a:spLocks noGrp="1"/>
          </p:cNvSpPr>
          <p:nvPr>
            <p:ph type="ftr" sz="quarter" idx="11"/>
          </p:nvPr>
        </p:nvSpPr>
        <p:spPr/>
        <p:txBody>
          <a:bodyPr/>
          <a:lstStyle/>
          <a:p>
            <a:r>
              <a:rPr kumimoji="1" lang="ja-JP" altLang="en-US"/>
              <a:t>情報科学ｃ</a:t>
            </a:r>
          </a:p>
        </p:txBody>
      </p:sp>
      <p:sp>
        <p:nvSpPr>
          <p:cNvPr id="2" name="タイトル 1">
            <a:extLst>
              <a:ext uri="{FF2B5EF4-FFF2-40B4-BE49-F238E27FC236}">
                <a16:creationId xmlns:a16="http://schemas.microsoft.com/office/drawing/2014/main" id="{49ABC920-F3A4-4B0A-8A1D-8D79027EBB7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8B12F9F-2130-47A7-A03E-1928F4E40EF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F3A3FBC-7F96-4247-B1F2-82C0093CF725}"/>
              </a:ext>
            </a:extLst>
          </p:cNvPr>
          <p:cNvSpPr>
            <a:spLocks noGrp="1"/>
          </p:cNvSpPr>
          <p:nvPr>
            <p:ph type="dt" sz="half" idx="10"/>
          </p:nvPr>
        </p:nvSpPr>
        <p:spPr/>
        <p:txBody>
          <a:bodyPr/>
          <a:lstStyle/>
          <a:p>
            <a:r>
              <a:rPr kumimoji="1" lang="en-US" altLang="ja-JP"/>
              <a:t>Day1</a:t>
            </a:r>
            <a:endParaRPr kumimoji="1" lang="ja-JP" altLang="en-US"/>
          </a:p>
        </p:txBody>
      </p:sp>
      <p:sp>
        <p:nvSpPr>
          <p:cNvPr id="6" name="スライド番号プレースホルダー 5">
            <a:extLst>
              <a:ext uri="{FF2B5EF4-FFF2-40B4-BE49-F238E27FC236}">
                <a16:creationId xmlns:a16="http://schemas.microsoft.com/office/drawing/2014/main" id="{5F5CFDA1-7F5E-4F67-9B7F-AC642ECDDCB6}"/>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3122182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0AED7633-53D5-4CD9-B1F6-6F6F676EECA0}"/>
              </a:ext>
            </a:extLst>
          </p:cNvPr>
          <p:cNvSpPr>
            <a:spLocks noGrp="1"/>
          </p:cNvSpPr>
          <p:nvPr>
            <p:ph type="ftr" sz="quarter" idx="11"/>
          </p:nvPr>
        </p:nvSpPr>
        <p:spPr/>
        <p:txBody>
          <a:bodyPr/>
          <a:lstStyle/>
          <a:p>
            <a:r>
              <a:rPr kumimoji="1" lang="ja-JP" altLang="en-US"/>
              <a:t>情報科学ｃ</a:t>
            </a:r>
          </a:p>
        </p:txBody>
      </p:sp>
      <p:sp>
        <p:nvSpPr>
          <p:cNvPr id="2" name="縦書きタイトル 1">
            <a:extLst>
              <a:ext uri="{FF2B5EF4-FFF2-40B4-BE49-F238E27FC236}">
                <a16:creationId xmlns:a16="http://schemas.microsoft.com/office/drawing/2014/main" id="{7C20FCA0-11BB-42EE-BB70-BEC254BB033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D2533B9-976C-4790-A744-E491A4D8092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5344A12-C401-4D53-85D8-3F870823DA79}"/>
              </a:ext>
            </a:extLst>
          </p:cNvPr>
          <p:cNvSpPr>
            <a:spLocks noGrp="1"/>
          </p:cNvSpPr>
          <p:nvPr>
            <p:ph type="dt" sz="half" idx="10"/>
          </p:nvPr>
        </p:nvSpPr>
        <p:spPr/>
        <p:txBody>
          <a:bodyPr/>
          <a:lstStyle/>
          <a:p>
            <a:r>
              <a:rPr kumimoji="1" lang="en-US" altLang="ja-JP"/>
              <a:t>Day1</a:t>
            </a:r>
            <a:endParaRPr kumimoji="1" lang="ja-JP" altLang="en-US"/>
          </a:p>
        </p:txBody>
      </p:sp>
      <p:sp>
        <p:nvSpPr>
          <p:cNvPr id="6" name="スライド番号プレースホルダー 5">
            <a:extLst>
              <a:ext uri="{FF2B5EF4-FFF2-40B4-BE49-F238E27FC236}">
                <a16:creationId xmlns:a16="http://schemas.microsoft.com/office/drawing/2014/main" id="{FF00D075-5891-480B-83A9-24F20CD1C623}"/>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3971912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タイトル スライド">
    <p:spTree>
      <p:nvGrpSpPr>
        <p:cNvPr id="1" name=""/>
        <p:cNvGrpSpPr/>
        <p:nvPr/>
      </p:nvGrpSpPr>
      <p:grpSpPr>
        <a:xfrm>
          <a:off x="0" y="0"/>
          <a:ext cx="0" cy="0"/>
          <a:chOff x="0" y="0"/>
          <a:chExt cx="0" cy="0"/>
        </a:xfrm>
      </p:grpSpPr>
      <p:sp>
        <p:nvSpPr>
          <p:cNvPr id="8" name="四角形: 角を丸くする 7">
            <a:extLst>
              <a:ext uri="{FF2B5EF4-FFF2-40B4-BE49-F238E27FC236}">
                <a16:creationId xmlns:a16="http://schemas.microsoft.com/office/drawing/2014/main" id="{E0E47F28-DF72-47BF-B95C-73F8BC6F067A}"/>
              </a:ext>
            </a:extLst>
          </p:cNvPr>
          <p:cNvSpPr/>
          <p:nvPr userDrawn="1"/>
        </p:nvSpPr>
        <p:spPr>
          <a:xfrm>
            <a:off x="410960" y="410960"/>
            <a:ext cx="4171308" cy="6036080"/>
          </a:xfrm>
          <a:prstGeom prst="roundRect">
            <a:avLst>
              <a:gd name="adj" fmla="val 312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147F3A06-B3E9-484B-AA0D-25C8CD8D5706}"/>
              </a:ext>
            </a:extLst>
          </p:cNvPr>
          <p:cNvSpPr>
            <a:spLocks noGrp="1"/>
          </p:cNvSpPr>
          <p:nvPr>
            <p:ph type="ctrTitle"/>
          </p:nvPr>
        </p:nvSpPr>
        <p:spPr>
          <a:xfrm>
            <a:off x="410960" y="410960"/>
            <a:ext cx="4171308" cy="2387600"/>
          </a:xfrm>
        </p:spPr>
        <p:txBody>
          <a:bodyPr lIns="432000" anchor="b">
            <a:noAutofit/>
          </a:bodyPr>
          <a:lstStyle>
            <a:lvl1pPr algn="l">
              <a:defRPr sz="7000">
                <a:solidFill>
                  <a:schemeClr val="bg2"/>
                </a:solidFill>
              </a:defRPr>
            </a:lvl1pPr>
          </a:lstStyle>
          <a:p>
            <a:r>
              <a:rPr kumimoji="1" lang="ja-JP" altLang="en-US" dirty="0"/>
              <a:t>マスター タイトルの書式設定</a:t>
            </a:r>
          </a:p>
        </p:txBody>
      </p:sp>
      <p:sp>
        <p:nvSpPr>
          <p:cNvPr id="3" name="字幕 2">
            <a:extLst>
              <a:ext uri="{FF2B5EF4-FFF2-40B4-BE49-F238E27FC236}">
                <a16:creationId xmlns:a16="http://schemas.microsoft.com/office/drawing/2014/main" id="{2A34F182-B301-4833-B201-025D8A7B9C5E}"/>
              </a:ext>
            </a:extLst>
          </p:cNvPr>
          <p:cNvSpPr>
            <a:spLocks noGrp="1"/>
          </p:cNvSpPr>
          <p:nvPr>
            <p:ph type="subTitle" idx="1"/>
          </p:nvPr>
        </p:nvSpPr>
        <p:spPr>
          <a:xfrm>
            <a:off x="410960" y="3602038"/>
            <a:ext cx="4170362" cy="733198"/>
          </a:xfrm>
        </p:spPr>
        <p:txBody>
          <a:bodyPr lIns="432000"/>
          <a:lstStyle>
            <a:lvl1pPr marL="0" indent="0" algn="l">
              <a:buNone/>
              <a:defRPr sz="2400">
                <a:solidFill>
                  <a:schemeClr val="bg2"/>
                </a:solidFill>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10" name="テキスト プレースホルダー 9">
            <a:extLst>
              <a:ext uri="{FF2B5EF4-FFF2-40B4-BE49-F238E27FC236}">
                <a16:creationId xmlns:a16="http://schemas.microsoft.com/office/drawing/2014/main" id="{5006FDE5-FCBF-4411-9C4A-446459574567}"/>
              </a:ext>
            </a:extLst>
          </p:cNvPr>
          <p:cNvSpPr>
            <a:spLocks noGrp="1"/>
          </p:cNvSpPr>
          <p:nvPr>
            <p:ph type="body" sz="quarter" idx="10"/>
          </p:nvPr>
        </p:nvSpPr>
        <p:spPr>
          <a:xfrm>
            <a:off x="411163" y="2798763"/>
            <a:ext cx="4170362" cy="808037"/>
          </a:xfrm>
        </p:spPr>
        <p:txBody>
          <a:bodyPr lIns="432000" anchor="ctr" anchorCtr="0">
            <a:normAutofit/>
          </a:bodyPr>
          <a:lstStyle>
            <a:lvl1pPr marL="0" indent="0" algn="l">
              <a:buNone/>
              <a:defRPr sz="1400">
                <a:solidFill>
                  <a:schemeClr val="bg2"/>
                </a:solidFill>
                <a:latin typeface="+mj-ea"/>
                <a:ea typeface="+mj-ea"/>
              </a:defRPr>
            </a:lvl1pPr>
          </a:lstStyle>
          <a:p>
            <a:pPr lvl="0"/>
            <a:endParaRPr kumimoji="1" lang="ja-JP" altLang="en-US" dirty="0"/>
          </a:p>
        </p:txBody>
      </p:sp>
      <p:sp>
        <p:nvSpPr>
          <p:cNvPr id="14" name="テキスト プレースホルダー 13">
            <a:extLst>
              <a:ext uri="{FF2B5EF4-FFF2-40B4-BE49-F238E27FC236}">
                <a16:creationId xmlns:a16="http://schemas.microsoft.com/office/drawing/2014/main" id="{756E6855-DE3B-4846-BF01-2C9E089E9986}"/>
              </a:ext>
            </a:extLst>
          </p:cNvPr>
          <p:cNvSpPr>
            <a:spLocks noGrp="1"/>
          </p:cNvSpPr>
          <p:nvPr>
            <p:ph type="body" sz="quarter" idx="11"/>
          </p:nvPr>
        </p:nvSpPr>
        <p:spPr>
          <a:xfrm>
            <a:off x="2654074" y="836387"/>
            <a:ext cx="1927248" cy="971550"/>
          </a:xfrm>
        </p:spPr>
        <p:txBody>
          <a:bodyPr rIns="432000">
            <a:normAutofit/>
          </a:bodyPr>
          <a:lstStyle>
            <a:lvl1pPr marL="0" indent="0" algn="r">
              <a:buNone/>
              <a:defRPr lang="fr-FR" altLang="ja-JP" sz="1600" b="0" i="0" smtClean="0">
                <a:solidFill>
                  <a:schemeClr val="bg2"/>
                </a:solidFill>
                <a:effectLst/>
              </a:defRPr>
            </a:lvl1pPr>
          </a:lstStyle>
          <a:p>
            <a:pPr lvl="0"/>
            <a:endParaRPr kumimoji="1" lang="ja-JP" altLang="en-US" dirty="0"/>
          </a:p>
        </p:txBody>
      </p:sp>
      <p:sp>
        <p:nvSpPr>
          <p:cNvPr id="15" name="テキスト プレースホルダー 13">
            <a:extLst>
              <a:ext uri="{FF2B5EF4-FFF2-40B4-BE49-F238E27FC236}">
                <a16:creationId xmlns:a16="http://schemas.microsoft.com/office/drawing/2014/main" id="{7E3360AC-1BFC-4F0A-8095-C5D5EB8EB087}"/>
              </a:ext>
            </a:extLst>
          </p:cNvPr>
          <p:cNvSpPr>
            <a:spLocks noGrp="1"/>
          </p:cNvSpPr>
          <p:nvPr>
            <p:ph type="body" sz="quarter" idx="12"/>
          </p:nvPr>
        </p:nvSpPr>
        <p:spPr>
          <a:xfrm>
            <a:off x="410960" y="5571316"/>
            <a:ext cx="4170362" cy="252383"/>
          </a:xfrm>
        </p:spPr>
        <p:txBody>
          <a:bodyPr rIns="720000">
            <a:noAutofit/>
          </a:bodyPr>
          <a:lstStyle>
            <a:lvl1pPr marL="0" indent="0" algn="r">
              <a:buNone/>
              <a:defRPr lang="fr-FR" altLang="ja-JP" sz="1600" b="0" i="0" smtClean="0">
                <a:solidFill>
                  <a:schemeClr val="bg2"/>
                </a:solidFill>
                <a:effectLst/>
              </a:defRPr>
            </a:lvl1pPr>
          </a:lstStyle>
          <a:p>
            <a:pPr lvl="0"/>
            <a:endParaRPr kumimoji="1" lang="ja-JP" altLang="en-US" dirty="0"/>
          </a:p>
        </p:txBody>
      </p:sp>
      <p:pic>
        <p:nvPicPr>
          <p:cNvPr id="17" name="グラフィックス 16" descr="月毎カレンダー">
            <a:extLst>
              <a:ext uri="{FF2B5EF4-FFF2-40B4-BE49-F238E27FC236}">
                <a16:creationId xmlns:a16="http://schemas.microsoft.com/office/drawing/2014/main" id="{5E31A6FF-0DE5-4C60-8E3B-463C3FE8456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15846" y="5559521"/>
            <a:ext cx="252382" cy="252382"/>
          </a:xfrm>
          <a:prstGeom prst="rect">
            <a:avLst/>
          </a:prstGeom>
        </p:spPr>
      </p:pic>
      <p:pic>
        <p:nvPicPr>
          <p:cNvPr id="19" name="グラフィックス 18" descr="時計">
            <a:extLst>
              <a:ext uri="{FF2B5EF4-FFF2-40B4-BE49-F238E27FC236}">
                <a16:creationId xmlns:a16="http://schemas.microsoft.com/office/drawing/2014/main" id="{28888EC0-9C0C-4605-B734-4E086ECBDC0B}"/>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15846" y="5899863"/>
            <a:ext cx="264178" cy="264178"/>
          </a:xfrm>
          <a:prstGeom prst="rect">
            <a:avLst/>
          </a:prstGeom>
        </p:spPr>
      </p:pic>
      <p:sp>
        <p:nvSpPr>
          <p:cNvPr id="21" name="テキスト プレースホルダー 13">
            <a:extLst>
              <a:ext uri="{FF2B5EF4-FFF2-40B4-BE49-F238E27FC236}">
                <a16:creationId xmlns:a16="http://schemas.microsoft.com/office/drawing/2014/main" id="{A6FE1081-74EF-4DCD-9B6B-58AE4184E2F4}"/>
              </a:ext>
            </a:extLst>
          </p:cNvPr>
          <p:cNvSpPr>
            <a:spLocks noGrp="1"/>
          </p:cNvSpPr>
          <p:nvPr>
            <p:ph type="body" sz="quarter" idx="13"/>
          </p:nvPr>
        </p:nvSpPr>
        <p:spPr>
          <a:xfrm>
            <a:off x="410960" y="5911658"/>
            <a:ext cx="4170362" cy="252383"/>
          </a:xfrm>
        </p:spPr>
        <p:txBody>
          <a:bodyPr rIns="720000">
            <a:noAutofit/>
          </a:bodyPr>
          <a:lstStyle>
            <a:lvl1pPr marL="0" indent="0" algn="r">
              <a:buNone/>
              <a:defRPr lang="fr-FR" altLang="ja-JP" sz="1600" b="0" i="0" smtClean="0">
                <a:solidFill>
                  <a:schemeClr val="bg2"/>
                </a:solidFill>
                <a:effectLst/>
              </a:defRPr>
            </a:lvl1pPr>
          </a:lstStyle>
          <a:p>
            <a:pPr lvl="0"/>
            <a:endParaRPr kumimoji="1" lang="ja-JP" altLang="en-US" dirty="0"/>
          </a:p>
        </p:txBody>
      </p:sp>
    </p:spTree>
    <p:extLst>
      <p:ext uri="{BB962C8B-B14F-4D97-AF65-F5344CB8AC3E}">
        <p14:creationId xmlns:p14="http://schemas.microsoft.com/office/powerpoint/2010/main" val="1852048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0F0"/>
        </a:solidFill>
        <a:effectLst/>
      </p:bgPr>
    </p:bg>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CEA4DF46-83CA-4961-801C-3A24B88A31B8}"/>
              </a:ext>
            </a:extLst>
          </p:cNvPr>
          <p:cNvSpPr>
            <a:spLocks noGrp="1"/>
          </p:cNvSpPr>
          <p:nvPr>
            <p:ph type="ftr" sz="quarter" idx="3"/>
          </p:nvPr>
        </p:nvSpPr>
        <p:spPr>
          <a:xfrm>
            <a:off x="0" y="0"/>
            <a:ext cx="838200" cy="6858000"/>
          </a:xfrm>
          <a:prstGeom prst="rect">
            <a:avLst/>
          </a:prstGeom>
          <a:solidFill>
            <a:schemeClr val="tx2"/>
          </a:solidFill>
        </p:spPr>
        <p:txBody>
          <a:bodyPr vert="eaVert" lIns="91440" tIns="45720" rIns="91440" bIns="45720" rtlCol="0" anchor="ctr" anchorCtr="1"/>
          <a:lstStyle>
            <a:lvl1pPr algn="ctr">
              <a:defRPr sz="4800">
                <a:solidFill>
                  <a:schemeClr val="bg2"/>
                </a:solidFill>
                <a:latin typeface="+mj-ea"/>
                <a:ea typeface="+mj-ea"/>
              </a:defRPr>
            </a:lvl1pPr>
          </a:lstStyle>
          <a:p>
            <a:r>
              <a:rPr lang="ja-JP" altLang="en-US"/>
              <a:t>情報科学ｃ</a:t>
            </a:r>
            <a:endParaRPr lang="ja-JP" altLang="en-US" dirty="0"/>
          </a:p>
        </p:txBody>
      </p:sp>
      <p:sp>
        <p:nvSpPr>
          <p:cNvPr id="2" name="タイトル プレースホルダー 1">
            <a:extLst>
              <a:ext uri="{FF2B5EF4-FFF2-40B4-BE49-F238E27FC236}">
                <a16:creationId xmlns:a16="http://schemas.microsoft.com/office/drawing/2014/main" id="{3B023398-9735-40FB-A1FF-7FF9FE1B5C88}"/>
              </a:ext>
            </a:extLst>
          </p:cNvPr>
          <p:cNvSpPr>
            <a:spLocks noGrp="1"/>
          </p:cNvSpPr>
          <p:nvPr>
            <p:ph type="title"/>
          </p:nvPr>
        </p:nvSpPr>
        <p:spPr>
          <a:xfrm>
            <a:off x="1355270" y="365125"/>
            <a:ext cx="9998529"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442B6D4-B4E5-4551-8273-E90163480385}"/>
              </a:ext>
            </a:extLst>
          </p:cNvPr>
          <p:cNvSpPr>
            <a:spLocks noGrp="1"/>
          </p:cNvSpPr>
          <p:nvPr>
            <p:ph type="body" idx="1"/>
          </p:nvPr>
        </p:nvSpPr>
        <p:spPr>
          <a:xfrm>
            <a:off x="1355270" y="1825625"/>
            <a:ext cx="999853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915E206F-13E2-416D-8551-770892109DE8}"/>
              </a:ext>
            </a:extLst>
          </p:cNvPr>
          <p:cNvSpPr>
            <a:spLocks noGrp="1"/>
          </p:cNvSpPr>
          <p:nvPr>
            <p:ph type="dt" sz="half" idx="2"/>
          </p:nvPr>
        </p:nvSpPr>
        <p:spPr>
          <a:xfrm>
            <a:off x="0" y="5811838"/>
            <a:ext cx="838200" cy="365125"/>
          </a:xfrm>
          <a:prstGeom prst="rect">
            <a:avLst/>
          </a:prstGeom>
          <a:solidFill>
            <a:schemeClr val="bg2"/>
          </a:solidFill>
        </p:spPr>
        <p:txBody>
          <a:bodyPr vert="horz" lIns="91440" tIns="45720" rIns="91440" bIns="45720" rtlCol="0" anchor="ctr" anchorCtr="1"/>
          <a:lstStyle>
            <a:lvl1pPr algn="l">
              <a:defRPr sz="1600">
                <a:solidFill>
                  <a:schemeClr val="tx2"/>
                </a:solidFill>
                <a:latin typeface="+mj-lt"/>
              </a:defRPr>
            </a:lvl1pPr>
          </a:lstStyle>
          <a:p>
            <a:r>
              <a:rPr lang="en-US" altLang="ja-JP"/>
              <a:t>Day1</a:t>
            </a:r>
            <a:endParaRPr lang="ja-JP" altLang="en-US" dirty="0"/>
          </a:p>
        </p:txBody>
      </p:sp>
      <p:sp>
        <p:nvSpPr>
          <p:cNvPr id="6" name="スライド番号プレースホルダー 5">
            <a:extLst>
              <a:ext uri="{FF2B5EF4-FFF2-40B4-BE49-F238E27FC236}">
                <a16:creationId xmlns:a16="http://schemas.microsoft.com/office/drawing/2014/main" id="{187E8EED-E703-4D93-9948-8F9A5AACE36B}"/>
              </a:ext>
            </a:extLst>
          </p:cNvPr>
          <p:cNvSpPr>
            <a:spLocks noGrp="1"/>
          </p:cNvSpPr>
          <p:nvPr>
            <p:ph type="sldNum" sz="quarter" idx="4"/>
          </p:nvPr>
        </p:nvSpPr>
        <p:spPr>
          <a:xfrm>
            <a:off x="0" y="6176963"/>
            <a:ext cx="838200" cy="681037"/>
          </a:xfrm>
          <a:prstGeom prst="rect">
            <a:avLst/>
          </a:prstGeom>
        </p:spPr>
        <p:txBody>
          <a:bodyPr vert="horz" lIns="91440" tIns="45720" rIns="91440" bIns="45720" rtlCol="0" anchor="ctr" anchorCtr="1"/>
          <a:lstStyle>
            <a:lvl1pPr algn="r">
              <a:defRPr sz="2000">
                <a:solidFill>
                  <a:schemeClr val="bg2"/>
                </a:solidFill>
                <a:latin typeface="+mj-ea"/>
                <a:ea typeface="+mj-ea"/>
              </a:defRPr>
            </a:lvl1pPr>
          </a:lstStyle>
          <a:p>
            <a:fld id="{B4DA0251-0B3B-4C1C-96DC-5D2833458AB2}" type="slidenum">
              <a:rPr lang="ja-JP" altLang="en-US" smtClean="0"/>
              <a:pPr/>
              <a:t>‹#›</a:t>
            </a:fld>
            <a:endParaRPr lang="ja-JP" altLang="en-US" dirty="0"/>
          </a:p>
        </p:txBody>
      </p:sp>
    </p:spTree>
    <p:extLst>
      <p:ext uri="{BB962C8B-B14F-4D97-AF65-F5344CB8AC3E}">
        <p14:creationId xmlns:p14="http://schemas.microsoft.com/office/powerpoint/2010/main" val="7483885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4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colab.research.google.co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DFE74A-92E8-4E4E-AF1C-A28EB01DDFB7}"/>
              </a:ext>
            </a:extLst>
          </p:cNvPr>
          <p:cNvSpPr>
            <a:spLocks noGrp="1"/>
          </p:cNvSpPr>
          <p:nvPr>
            <p:ph type="ctrTitle"/>
          </p:nvPr>
        </p:nvSpPr>
        <p:spPr/>
        <p:txBody>
          <a:bodyPr/>
          <a:lstStyle/>
          <a:p>
            <a:r>
              <a:rPr kumimoji="1" lang="ja-JP" altLang="en-US" dirty="0"/>
              <a:t>情報</a:t>
            </a:r>
            <a:br>
              <a:rPr kumimoji="1" lang="ja-JP" altLang="en-US" dirty="0"/>
            </a:br>
            <a:r>
              <a:rPr kumimoji="1" lang="ja-JP" altLang="en-US" dirty="0"/>
              <a:t>科学Ｃ</a:t>
            </a:r>
          </a:p>
        </p:txBody>
      </p:sp>
      <p:sp>
        <p:nvSpPr>
          <p:cNvPr id="3" name="字幕 2">
            <a:extLst>
              <a:ext uri="{FF2B5EF4-FFF2-40B4-BE49-F238E27FC236}">
                <a16:creationId xmlns:a16="http://schemas.microsoft.com/office/drawing/2014/main" id="{4BFF62C0-83E8-4BAB-B39E-0A7A68E393EE}"/>
              </a:ext>
            </a:extLst>
          </p:cNvPr>
          <p:cNvSpPr>
            <a:spLocks noGrp="1"/>
          </p:cNvSpPr>
          <p:nvPr>
            <p:ph type="subTitle" idx="1"/>
          </p:nvPr>
        </p:nvSpPr>
        <p:spPr/>
        <p:txBody>
          <a:bodyPr>
            <a:normAutofit/>
          </a:bodyPr>
          <a:lstStyle/>
          <a:p>
            <a:r>
              <a:rPr kumimoji="1" lang="ja-JP" altLang="en-US" sz="3300" dirty="0"/>
              <a:t>横山昌平</a:t>
            </a:r>
          </a:p>
        </p:txBody>
      </p:sp>
      <p:sp>
        <p:nvSpPr>
          <p:cNvPr id="4" name="テキスト プレースホルダー 3">
            <a:extLst>
              <a:ext uri="{FF2B5EF4-FFF2-40B4-BE49-F238E27FC236}">
                <a16:creationId xmlns:a16="http://schemas.microsoft.com/office/drawing/2014/main" id="{74E7356E-CCD3-482D-B0A7-45E57E7C835B}"/>
              </a:ext>
            </a:extLst>
          </p:cNvPr>
          <p:cNvSpPr>
            <a:spLocks noGrp="1"/>
          </p:cNvSpPr>
          <p:nvPr>
            <p:ph type="body" sz="quarter" idx="10"/>
          </p:nvPr>
        </p:nvSpPr>
        <p:spPr/>
        <p:txBody>
          <a:bodyPr>
            <a:normAutofit/>
          </a:bodyPr>
          <a:lstStyle/>
          <a:p>
            <a:r>
              <a:rPr kumimoji="1" lang="en-US" altLang="ja-JP" sz="1550" dirty="0"/>
              <a:t>Computer Science C</a:t>
            </a:r>
            <a:endParaRPr kumimoji="1" lang="ja-JP" altLang="en-US" sz="1550" dirty="0"/>
          </a:p>
        </p:txBody>
      </p:sp>
      <p:sp>
        <p:nvSpPr>
          <p:cNvPr id="5" name="テキスト プレースホルダー 4">
            <a:extLst>
              <a:ext uri="{FF2B5EF4-FFF2-40B4-BE49-F238E27FC236}">
                <a16:creationId xmlns:a16="http://schemas.microsoft.com/office/drawing/2014/main" id="{2EFD8162-4AA4-485E-A91A-6B1886208AC1}"/>
              </a:ext>
            </a:extLst>
          </p:cNvPr>
          <p:cNvSpPr>
            <a:spLocks noGrp="1"/>
          </p:cNvSpPr>
          <p:nvPr>
            <p:ph type="body" sz="quarter" idx="11"/>
          </p:nvPr>
        </p:nvSpPr>
        <p:spPr/>
        <p:txBody>
          <a:bodyPr>
            <a:normAutofit/>
          </a:bodyPr>
          <a:lstStyle/>
          <a:p>
            <a:pPr>
              <a:lnSpc>
                <a:spcPts val="1600"/>
              </a:lnSpc>
            </a:pPr>
            <a:r>
              <a:rPr kumimoji="1" lang="en-US" altLang="ja-JP" dirty="0"/>
              <a:t>LG080A01</a:t>
            </a:r>
          </a:p>
        </p:txBody>
      </p:sp>
      <p:sp>
        <p:nvSpPr>
          <p:cNvPr id="6" name="テキスト プレースホルダー 5">
            <a:extLst>
              <a:ext uri="{FF2B5EF4-FFF2-40B4-BE49-F238E27FC236}">
                <a16:creationId xmlns:a16="http://schemas.microsoft.com/office/drawing/2014/main" id="{0B8957ED-CA55-49F7-84D2-0D8EE491D667}"/>
              </a:ext>
            </a:extLst>
          </p:cNvPr>
          <p:cNvSpPr>
            <a:spLocks noGrp="1"/>
          </p:cNvSpPr>
          <p:nvPr>
            <p:ph type="body" sz="quarter" idx="12"/>
          </p:nvPr>
        </p:nvSpPr>
        <p:spPr/>
        <p:txBody>
          <a:bodyPr>
            <a:noAutofit/>
          </a:bodyPr>
          <a:lstStyle/>
          <a:p>
            <a:r>
              <a:rPr lang="ja-JP" altLang="en-US" dirty="0"/>
              <a:t>第１ターム</a:t>
            </a:r>
            <a:r>
              <a:rPr kumimoji="1" lang="ja-JP" altLang="en-US" dirty="0"/>
              <a:t>・水曜日</a:t>
            </a:r>
          </a:p>
        </p:txBody>
      </p:sp>
      <p:sp>
        <p:nvSpPr>
          <p:cNvPr id="7" name="テキスト プレースホルダー 6">
            <a:extLst>
              <a:ext uri="{FF2B5EF4-FFF2-40B4-BE49-F238E27FC236}">
                <a16:creationId xmlns:a16="http://schemas.microsoft.com/office/drawing/2014/main" id="{E0E9AF57-5F2F-46AF-BC5E-4847C5465F91}"/>
              </a:ext>
            </a:extLst>
          </p:cNvPr>
          <p:cNvSpPr>
            <a:spLocks noGrp="1"/>
          </p:cNvSpPr>
          <p:nvPr>
            <p:ph type="body" sz="quarter" idx="13"/>
          </p:nvPr>
        </p:nvSpPr>
        <p:spPr/>
        <p:txBody>
          <a:bodyPr>
            <a:noAutofit/>
          </a:bodyPr>
          <a:lstStyle/>
          <a:p>
            <a:r>
              <a:rPr kumimoji="1" lang="ja-JP" altLang="en-US" dirty="0"/>
              <a:t>五時限目</a:t>
            </a:r>
          </a:p>
        </p:txBody>
      </p:sp>
    </p:spTree>
    <p:extLst>
      <p:ext uri="{BB962C8B-B14F-4D97-AF65-F5344CB8AC3E}">
        <p14:creationId xmlns:p14="http://schemas.microsoft.com/office/powerpoint/2010/main" val="2614396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CE9AF87-FD0E-48FA-B4EF-58FB1E21ADC1}"/>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693A63E2-C954-4FB3-BAE6-DCB9808D6E29}"/>
              </a:ext>
            </a:extLst>
          </p:cNvPr>
          <p:cNvSpPr>
            <a:spLocks noGrp="1"/>
          </p:cNvSpPr>
          <p:nvPr>
            <p:ph type="title"/>
          </p:nvPr>
        </p:nvSpPr>
        <p:spPr/>
        <p:txBody>
          <a:bodyPr/>
          <a:lstStyle/>
          <a:p>
            <a:r>
              <a:rPr kumimoji="1" lang="ja-JP" altLang="en-US" dirty="0"/>
              <a:t>講義担当者</a:t>
            </a:r>
          </a:p>
        </p:txBody>
      </p:sp>
      <p:pic>
        <p:nvPicPr>
          <p:cNvPr id="8" name="コンテンツ プレースホルダー 7">
            <a:extLst>
              <a:ext uri="{FF2B5EF4-FFF2-40B4-BE49-F238E27FC236}">
                <a16:creationId xmlns:a16="http://schemas.microsoft.com/office/drawing/2014/main" id="{00000000-0008-0000-0000-000003000000}"/>
              </a:ext>
            </a:extLst>
          </p:cNvPr>
          <p:cNvPicPr>
            <a:picLocks noGrp="1" noChangeAspect="1"/>
          </p:cNvPicPr>
          <p:nvPr>
            <p:ph sz="half" idx="1"/>
          </p:nvPr>
        </p:nvPicPr>
        <p:blipFill rotWithShape="1">
          <a:blip r:embed="rId2" cstate="print">
            <a:extLst>
              <a:ext uri="{28A0092B-C50C-407E-A947-70E740481C1C}">
                <a14:useLocalDpi xmlns:a14="http://schemas.microsoft.com/office/drawing/2010/main"/>
              </a:ext>
            </a:extLst>
          </a:blip>
          <a:srcRect l="1966" r="6147"/>
          <a:stretch/>
        </p:blipFill>
        <p:spPr>
          <a:xfrm>
            <a:off x="1124592" y="1825625"/>
            <a:ext cx="4761216" cy="3895135"/>
          </a:xfrm>
          <a:prstGeom prst="rect">
            <a:avLst/>
          </a:prstGeom>
        </p:spPr>
      </p:pic>
      <p:sp>
        <p:nvSpPr>
          <p:cNvPr id="7" name="コンテンツ プレースホルダー 6">
            <a:extLst>
              <a:ext uri="{FF2B5EF4-FFF2-40B4-BE49-F238E27FC236}">
                <a16:creationId xmlns:a16="http://schemas.microsoft.com/office/drawing/2014/main" id="{B5897B20-F51C-4926-802D-1F34C4D154D0}"/>
              </a:ext>
            </a:extLst>
          </p:cNvPr>
          <p:cNvSpPr>
            <a:spLocks noGrp="1"/>
          </p:cNvSpPr>
          <p:nvPr>
            <p:ph sz="half" idx="2"/>
          </p:nvPr>
        </p:nvSpPr>
        <p:spPr/>
        <p:txBody>
          <a:bodyPr>
            <a:normAutofit/>
          </a:bodyPr>
          <a:lstStyle/>
          <a:p>
            <a:r>
              <a:rPr kumimoji="1" lang="ja-JP" altLang="en-US" dirty="0">
                <a:solidFill>
                  <a:schemeClr val="accent1"/>
                </a:solidFill>
                <a:latin typeface="+mj-ea"/>
                <a:ea typeface="+mj-ea"/>
              </a:rPr>
              <a:t>横山 昌平</a:t>
            </a:r>
          </a:p>
          <a:p>
            <a:pPr lvl="1"/>
            <a:r>
              <a:rPr kumimoji="1" lang="en-US" altLang="ja-JP" dirty="0">
                <a:latin typeface="+mj-ea"/>
                <a:ea typeface="+mj-ea"/>
              </a:rPr>
              <a:t>shohei@tmu.ac.jp</a:t>
            </a:r>
          </a:p>
          <a:p>
            <a:pPr lvl="1"/>
            <a:r>
              <a:rPr lang="ja-JP" altLang="en-US" dirty="0"/>
              <a:t>東京都立大学</a:t>
            </a:r>
            <a:endParaRPr kumimoji="1" lang="ja-JP" altLang="en-US" dirty="0"/>
          </a:p>
          <a:p>
            <a:pPr lvl="1"/>
            <a:r>
              <a:rPr lang="ja-JP" altLang="en-US" dirty="0"/>
              <a:t>システムデザイン学部</a:t>
            </a:r>
          </a:p>
          <a:p>
            <a:pPr lvl="1"/>
            <a:r>
              <a:rPr lang="ja-JP" altLang="en-US" dirty="0"/>
              <a:t>情報科学科</a:t>
            </a:r>
            <a:endParaRPr kumimoji="1" lang="ja-JP" altLang="en-US" dirty="0"/>
          </a:p>
          <a:p>
            <a:r>
              <a:rPr lang="ja-JP" altLang="en-US" dirty="0"/>
              <a:t>専門</a:t>
            </a:r>
          </a:p>
          <a:p>
            <a:pPr lvl="1"/>
            <a:r>
              <a:rPr lang="ja-JP" altLang="en-US" dirty="0"/>
              <a:t>データベース</a:t>
            </a:r>
          </a:p>
          <a:p>
            <a:pPr lvl="1"/>
            <a:r>
              <a:rPr lang="ja-JP" altLang="en-US" dirty="0"/>
              <a:t>データサイエンス</a:t>
            </a:r>
          </a:p>
          <a:p>
            <a:pPr lvl="1"/>
            <a:r>
              <a:rPr lang="en-US" altLang="ja-JP" dirty="0"/>
              <a:t>『SNS</a:t>
            </a:r>
            <a:r>
              <a:rPr lang="ja-JP" altLang="en-US" dirty="0"/>
              <a:t>映えの科学</a:t>
            </a:r>
            <a:r>
              <a:rPr lang="en-US" altLang="ja-JP" dirty="0"/>
              <a:t>』</a:t>
            </a:r>
            <a:endParaRPr lang="ja-JP" altLang="en-US" dirty="0"/>
          </a:p>
          <a:p>
            <a:pPr lvl="2"/>
            <a:r>
              <a:rPr lang="en-US" altLang="ja-JP" dirty="0"/>
              <a:t>SNS</a:t>
            </a:r>
            <a:r>
              <a:rPr lang="ja-JP" altLang="en-US" dirty="0"/>
              <a:t>上のビッグデータ分析</a:t>
            </a:r>
          </a:p>
          <a:p>
            <a:pPr lvl="1"/>
            <a:endParaRPr kumimoji="1" lang="ja-JP" altLang="en-US" dirty="0"/>
          </a:p>
        </p:txBody>
      </p:sp>
      <p:sp>
        <p:nvSpPr>
          <p:cNvPr id="5" name="日付プレースホルダー 4">
            <a:extLst>
              <a:ext uri="{FF2B5EF4-FFF2-40B4-BE49-F238E27FC236}">
                <a16:creationId xmlns:a16="http://schemas.microsoft.com/office/drawing/2014/main" id="{62B1368D-A561-463C-8F8A-B911F8EE252C}"/>
              </a:ext>
            </a:extLst>
          </p:cNvPr>
          <p:cNvSpPr>
            <a:spLocks noGrp="1"/>
          </p:cNvSpPr>
          <p:nvPr>
            <p:ph type="dt" sz="half" idx="10"/>
          </p:nvPr>
        </p:nvSpPr>
        <p:spPr/>
        <p:txBody>
          <a:bodyPr/>
          <a:lstStyle/>
          <a:p>
            <a:r>
              <a:rPr kumimoji="1" lang="en-US" altLang="ja-JP"/>
              <a:t>Day1</a:t>
            </a:r>
            <a:endParaRPr kumimoji="1" lang="ja-JP" altLang="en-US"/>
          </a:p>
        </p:txBody>
      </p:sp>
      <p:sp>
        <p:nvSpPr>
          <p:cNvPr id="6" name="スライド番号プレースホルダー 5">
            <a:extLst>
              <a:ext uri="{FF2B5EF4-FFF2-40B4-BE49-F238E27FC236}">
                <a16:creationId xmlns:a16="http://schemas.microsoft.com/office/drawing/2014/main" id="{F75073CF-47BB-417E-A0E1-D2B6FDD8083B}"/>
              </a:ext>
            </a:extLst>
          </p:cNvPr>
          <p:cNvSpPr>
            <a:spLocks noGrp="1"/>
          </p:cNvSpPr>
          <p:nvPr>
            <p:ph type="sldNum" sz="quarter" idx="12"/>
          </p:nvPr>
        </p:nvSpPr>
        <p:spPr/>
        <p:txBody>
          <a:bodyPr/>
          <a:lstStyle/>
          <a:p>
            <a:fld id="{B4DA0251-0B3B-4C1C-96DC-5D2833458AB2}" type="slidenum">
              <a:rPr kumimoji="1" lang="ja-JP" altLang="en-US" smtClean="0"/>
              <a:t>2</a:t>
            </a:fld>
            <a:endParaRPr kumimoji="1" lang="ja-JP" altLang="en-US"/>
          </a:p>
        </p:txBody>
      </p:sp>
    </p:spTree>
    <p:extLst>
      <p:ext uri="{BB962C8B-B14F-4D97-AF65-F5344CB8AC3E}">
        <p14:creationId xmlns:p14="http://schemas.microsoft.com/office/powerpoint/2010/main" val="645147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D57A5E5-87EF-31B6-7D05-F7579441E3D5}"/>
              </a:ext>
            </a:extLst>
          </p:cNvPr>
          <p:cNvSpPr>
            <a:spLocks noGrp="1"/>
          </p:cNvSpPr>
          <p:nvPr>
            <p:ph type="ftr" sz="quarter" idx="11"/>
          </p:nvPr>
        </p:nvSpPr>
        <p:spPr/>
        <p:txBody>
          <a:bodyPr/>
          <a:lstStyle/>
          <a:p>
            <a:r>
              <a:rPr kumimoji="1" lang="ja-JP" altLang="en-US"/>
              <a:t>情報科学ｃ</a:t>
            </a:r>
          </a:p>
        </p:txBody>
      </p:sp>
      <p:sp>
        <p:nvSpPr>
          <p:cNvPr id="8" name="タイトル 7">
            <a:extLst>
              <a:ext uri="{FF2B5EF4-FFF2-40B4-BE49-F238E27FC236}">
                <a16:creationId xmlns:a16="http://schemas.microsoft.com/office/drawing/2014/main" id="{5B35C560-3AA0-6243-88C1-D27C00EFF157}"/>
              </a:ext>
            </a:extLst>
          </p:cNvPr>
          <p:cNvSpPr>
            <a:spLocks noGrp="1"/>
          </p:cNvSpPr>
          <p:nvPr>
            <p:ph type="title"/>
          </p:nvPr>
        </p:nvSpPr>
        <p:spPr/>
        <p:txBody>
          <a:bodyPr/>
          <a:lstStyle/>
          <a:p>
            <a:r>
              <a:rPr lang="ja-JP" altLang="en-US" dirty="0"/>
              <a:t>本講義のトピックと進め方</a:t>
            </a:r>
          </a:p>
        </p:txBody>
      </p:sp>
      <p:sp>
        <p:nvSpPr>
          <p:cNvPr id="9" name="コンテンツ プレースホルダー 8">
            <a:extLst>
              <a:ext uri="{FF2B5EF4-FFF2-40B4-BE49-F238E27FC236}">
                <a16:creationId xmlns:a16="http://schemas.microsoft.com/office/drawing/2014/main" id="{D2539169-2019-A71F-5DCA-A5570AA63030}"/>
              </a:ext>
            </a:extLst>
          </p:cNvPr>
          <p:cNvSpPr>
            <a:spLocks noGrp="1"/>
          </p:cNvSpPr>
          <p:nvPr>
            <p:ph idx="1"/>
          </p:nvPr>
        </p:nvSpPr>
        <p:spPr/>
        <p:txBody>
          <a:bodyPr>
            <a:normAutofit fontScale="92500" lnSpcReduction="10000"/>
          </a:bodyPr>
          <a:lstStyle/>
          <a:p>
            <a:r>
              <a:rPr lang="ja-JP" altLang="en-US" dirty="0"/>
              <a:t>プログラミング言語</a:t>
            </a:r>
            <a:r>
              <a:rPr lang="en-US" altLang="ja-JP" dirty="0"/>
              <a:t>『Python』</a:t>
            </a:r>
            <a:r>
              <a:rPr lang="ja-JP" altLang="en-US" dirty="0"/>
              <a:t>の習得</a:t>
            </a:r>
          </a:p>
          <a:p>
            <a:pPr lvl="1"/>
            <a:r>
              <a:rPr lang="en-US" altLang="ja-JP" dirty="0"/>
              <a:t>Google Colaboratory</a:t>
            </a:r>
            <a:r>
              <a:rPr lang="ja-JP" altLang="en-US" dirty="0"/>
              <a:t>を使って効率良く学ぼう</a:t>
            </a:r>
            <a:endParaRPr lang="en-US" altLang="ja-JP" dirty="0"/>
          </a:p>
          <a:p>
            <a:pPr lvl="1"/>
            <a:r>
              <a:rPr lang="ja-JP" altLang="en-US" dirty="0"/>
              <a:t>全</a:t>
            </a:r>
            <a:r>
              <a:rPr lang="en-US" altLang="ja-JP" dirty="0"/>
              <a:t>9</a:t>
            </a:r>
            <a:r>
              <a:rPr lang="ja-JP" altLang="en-US" dirty="0"/>
              <a:t>回で基本文法から機械学習の利用まで進めます</a:t>
            </a:r>
          </a:p>
          <a:p>
            <a:pPr lvl="1"/>
            <a:r>
              <a:rPr lang="ja-JP" altLang="en-US" dirty="0"/>
              <a:t>プログラミングが得意な学生</a:t>
            </a:r>
          </a:p>
          <a:p>
            <a:pPr lvl="2">
              <a:buFontTx/>
              <a:buChar char="→"/>
            </a:pPr>
            <a:r>
              <a:rPr lang="en-US" altLang="ja-JP" dirty="0"/>
              <a:t>Python</a:t>
            </a:r>
            <a:r>
              <a:rPr lang="ja-JP" altLang="en-US" dirty="0"/>
              <a:t>の持つ高度なライブラリを使いこなしてほしい</a:t>
            </a:r>
          </a:p>
          <a:p>
            <a:pPr lvl="1"/>
            <a:r>
              <a:rPr lang="ja-JP" altLang="en-US" dirty="0"/>
              <a:t>プログラミングが苦手な学生</a:t>
            </a:r>
          </a:p>
          <a:p>
            <a:pPr lvl="2">
              <a:buFontTx/>
              <a:buChar char="→"/>
            </a:pPr>
            <a:r>
              <a:rPr lang="en-US" altLang="ja-JP" dirty="0"/>
              <a:t>Python</a:t>
            </a:r>
            <a:r>
              <a:rPr lang="ja-JP" altLang="en-US" dirty="0"/>
              <a:t>はこれまで習った言語とタイプが異なるので挽回するチャンス</a:t>
            </a:r>
          </a:p>
          <a:p>
            <a:r>
              <a:rPr lang="ja-JP" altLang="en-US" dirty="0"/>
              <a:t>講義の進め方　～反転授業形式～</a:t>
            </a:r>
          </a:p>
          <a:p>
            <a:pPr lvl="1"/>
            <a:r>
              <a:rPr lang="ja-JP" altLang="en-US" dirty="0"/>
              <a:t>宿題として文法解説</a:t>
            </a:r>
            <a:r>
              <a:rPr lang="en-US" altLang="ja-JP" dirty="0"/>
              <a:t>(</a:t>
            </a:r>
            <a:r>
              <a:rPr lang="ja-JP" altLang="en-US" dirty="0"/>
              <a:t>予習テキスト</a:t>
            </a:r>
            <a:r>
              <a:rPr lang="en-US" altLang="ja-JP" dirty="0"/>
              <a:t>)</a:t>
            </a:r>
            <a:r>
              <a:rPr lang="ja-JP" altLang="en-US" dirty="0"/>
              <a:t>その理解を確かめる宿題を出します</a:t>
            </a:r>
            <a:endParaRPr lang="en-US" altLang="ja-JP" dirty="0"/>
          </a:p>
          <a:p>
            <a:pPr lvl="2"/>
            <a:r>
              <a:rPr lang="ja-JP" altLang="en-US" dirty="0"/>
              <a:t>宿題はテキストを見ればわかる簡単なもの </a:t>
            </a:r>
            <a:r>
              <a:rPr lang="en-US" altLang="ja-JP" dirty="0"/>
              <a:t>(</a:t>
            </a:r>
            <a:r>
              <a:rPr lang="ja-JP" altLang="en-US" dirty="0"/>
              <a:t>次回講義冒頭で必要に応じて解説</a:t>
            </a:r>
            <a:r>
              <a:rPr lang="en-US" altLang="ja-JP" dirty="0"/>
              <a:t>)</a:t>
            </a:r>
            <a:endParaRPr lang="ja-JP" altLang="en-US" dirty="0"/>
          </a:p>
          <a:p>
            <a:pPr lvl="1"/>
            <a:r>
              <a:rPr lang="ja-JP" altLang="en-US" dirty="0"/>
              <a:t>講義中は前回宿題に基づいた実践・実習をします</a:t>
            </a:r>
          </a:p>
          <a:p>
            <a:pPr lvl="2"/>
            <a:r>
              <a:rPr lang="ja-JP" altLang="en-US" dirty="0"/>
              <a:t>まわりの人と相談しながら進めて</a:t>
            </a:r>
            <a:r>
              <a:rPr lang="en-US" altLang="ja-JP" dirty="0"/>
              <a:t>OK</a:t>
            </a:r>
            <a:r>
              <a:rPr lang="ja-JP" altLang="en-US" dirty="0"/>
              <a:t>です</a:t>
            </a:r>
          </a:p>
        </p:txBody>
      </p:sp>
      <p:sp>
        <p:nvSpPr>
          <p:cNvPr id="6" name="日付プレースホルダー 5">
            <a:extLst>
              <a:ext uri="{FF2B5EF4-FFF2-40B4-BE49-F238E27FC236}">
                <a16:creationId xmlns:a16="http://schemas.microsoft.com/office/drawing/2014/main" id="{D7825A44-5D7E-417D-C8A1-D7B7126D2ED3}"/>
              </a:ext>
            </a:extLst>
          </p:cNvPr>
          <p:cNvSpPr>
            <a:spLocks noGrp="1"/>
          </p:cNvSpPr>
          <p:nvPr>
            <p:ph type="dt" sz="half" idx="10"/>
          </p:nvPr>
        </p:nvSpPr>
        <p:spPr/>
        <p:txBody>
          <a:bodyPr/>
          <a:lstStyle/>
          <a:p>
            <a:r>
              <a:rPr kumimoji="1" lang="en-US" altLang="ja-JP"/>
              <a:t>Day1</a:t>
            </a:r>
            <a:endParaRPr kumimoji="1" lang="ja-JP" altLang="en-US"/>
          </a:p>
        </p:txBody>
      </p:sp>
      <p:sp>
        <p:nvSpPr>
          <p:cNvPr id="7" name="スライド番号プレースホルダー 6">
            <a:extLst>
              <a:ext uri="{FF2B5EF4-FFF2-40B4-BE49-F238E27FC236}">
                <a16:creationId xmlns:a16="http://schemas.microsoft.com/office/drawing/2014/main" id="{A7C01175-1CB1-A1B0-444D-A3CDEDBC31DB}"/>
              </a:ext>
            </a:extLst>
          </p:cNvPr>
          <p:cNvSpPr>
            <a:spLocks noGrp="1"/>
          </p:cNvSpPr>
          <p:nvPr>
            <p:ph type="sldNum" sz="quarter" idx="12"/>
          </p:nvPr>
        </p:nvSpPr>
        <p:spPr/>
        <p:txBody>
          <a:bodyPr/>
          <a:lstStyle/>
          <a:p>
            <a:fld id="{B4DA0251-0B3B-4C1C-96DC-5D2833458AB2}" type="slidenum">
              <a:rPr kumimoji="1" lang="ja-JP" altLang="en-US" smtClean="0"/>
              <a:t>3</a:t>
            </a:fld>
            <a:endParaRPr kumimoji="1" lang="ja-JP" altLang="en-US"/>
          </a:p>
        </p:txBody>
      </p:sp>
    </p:spTree>
    <p:extLst>
      <p:ext uri="{BB962C8B-B14F-4D97-AF65-F5344CB8AC3E}">
        <p14:creationId xmlns:p14="http://schemas.microsoft.com/office/powerpoint/2010/main" val="2085167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35ABD0D5-5936-A010-4F00-04E7C847F997}"/>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97A515AA-9191-AAB6-12AD-C4A96735398C}"/>
              </a:ext>
            </a:extLst>
          </p:cNvPr>
          <p:cNvSpPr>
            <a:spLocks noGrp="1"/>
          </p:cNvSpPr>
          <p:nvPr>
            <p:ph type="title"/>
          </p:nvPr>
        </p:nvSpPr>
        <p:spPr/>
        <p:txBody>
          <a:bodyPr/>
          <a:lstStyle/>
          <a:p>
            <a:r>
              <a:rPr lang="ja-JP" altLang="en-US" dirty="0"/>
              <a:t>本講義のレベル感と評価について</a:t>
            </a:r>
            <a:endParaRPr kumimoji="1" lang="ja-JP" altLang="en-US" dirty="0"/>
          </a:p>
        </p:txBody>
      </p:sp>
      <p:sp>
        <p:nvSpPr>
          <p:cNvPr id="4" name="コンテンツ プレースホルダー 3">
            <a:extLst>
              <a:ext uri="{FF2B5EF4-FFF2-40B4-BE49-F238E27FC236}">
                <a16:creationId xmlns:a16="http://schemas.microsoft.com/office/drawing/2014/main" id="{F0862C41-CBC7-9DB6-5F4D-75D7E1EFEFFE}"/>
              </a:ext>
            </a:extLst>
          </p:cNvPr>
          <p:cNvSpPr>
            <a:spLocks noGrp="1"/>
          </p:cNvSpPr>
          <p:nvPr>
            <p:ph idx="1"/>
          </p:nvPr>
        </p:nvSpPr>
        <p:spPr/>
        <p:txBody>
          <a:bodyPr>
            <a:normAutofit fontScale="92500" lnSpcReduction="10000"/>
          </a:bodyPr>
          <a:lstStyle/>
          <a:p>
            <a:r>
              <a:rPr kumimoji="1" lang="ja-JP" altLang="en-US" dirty="0"/>
              <a:t>レベル感について</a:t>
            </a:r>
          </a:p>
          <a:p>
            <a:pPr lvl="1"/>
            <a:r>
              <a:rPr lang="ja-JP" altLang="en-US" dirty="0"/>
              <a:t>予習テキストはかなり細かい</a:t>
            </a:r>
            <a:r>
              <a:rPr lang="en-US" altLang="ja-JP" dirty="0"/>
              <a:t>(</a:t>
            </a:r>
            <a:r>
              <a:rPr lang="ja-JP" altLang="en-US" dirty="0"/>
              <a:t>高度な</a:t>
            </a:r>
            <a:r>
              <a:rPr lang="en-US" altLang="ja-JP" dirty="0"/>
              <a:t>)</a:t>
            </a:r>
            <a:r>
              <a:rPr lang="ja-JP" altLang="en-US" dirty="0"/>
              <a:t>事まで解説しています</a:t>
            </a:r>
          </a:p>
          <a:p>
            <a:pPr lvl="2"/>
            <a:r>
              <a:rPr lang="ja-JP" altLang="en-US" dirty="0"/>
              <a:t>プログラミングが好きな人はぜひ読み込んでください</a:t>
            </a:r>
          </a:p>
          <a:p>
            <a:pPr lvl="1"/>
            <a:r>
              <a:rPr kumimoji="1" lang="ja-JP" altLang="en-US" dirty="0"/>
              <a:t>確認問題は予習テキストの理解のボトムラインを問う問題です</a:t>
            </a:r>
          </a:p>
          <a:p>
            <a:pPr lvl="2"/>
            <a:r>
              <a:rPr lang="ja-JP" altLang="en-US" dirty="0"/>
              <a:t>プログラミングが苦手な人はこの確認問題ができるラインを目指しましょう</a:t>
            </a:r>
            <a:endParaRPr kumimoji="1" lang="ja-JP" altLang="en-US" dirty="0"/>
          </a:p>
          <a:p>
            <a:r>
              <a:rPr kumimoji="1" lang="ja-JP" altLang="en-US" dirty="0"/>
              <a:t>ボトムライン</a:t>
            </a:r>
            <a:endParaRPr kumimoji="1" lang="en-US" altLang="ja-JP" dirty="0"/>
          </a:p>
          <a:p>
            <a:pPr lvl="1"/>
            <a:r>
              <a:rPr kumimoji="1" lang="ja-JP" altLang="en-US" dirty="0"/>
              <a:t>毎回の宿題</a:t>
            </a:r>
            <a:r>
              <a:rPr kumimoji="1" lang="en-US" altLang="ja-JP" dirty="0"/>
              <a:t>(</a:t>
            </a:r>
            <a:r>
              <a:rPr kumimoji="1" lang="ja-JP" altLang="en-US" dirty="0"/>
              <a:t>予習テキストの確認問題</a:t>
            </a:r>
            <a:r>
              <a:rPr kumimoji="1" lang="en-US" altLang="ja-JP" dirty="0"/>
              <a:t>)</a:t>
            </a:r>
            <a:r>
              <a:rPr kumimoji="1" lang="ja-JP" altLang="en-US" dirty="0"/>
              <a:t>をやる</a:t>
            </a:r>
            <a:r>
              <a:rPr kumimoji="1" lang="en-US" altLang="ja-JP" dirty="0"/>
              <a:t>【</a:t>
            </a:r>
            <a:r>
              <a:rPr kumimoji="1" lang="ja-JP" altLang="en-US" dirty="0"/>
              <a:t>可</a:t>
            </a:r>
            <a:r>
              <a:rPr kumimoji="1" lang="en-US" altLang="ja-JP" dirty="0"/>
              <a:t>】</a:t>
            </a:r>
            <a:endParaRPr kumimoji="1" lang="ja-JP" altLang="en-US" dirty="0"/>
          </a:p>
          <a:p>
            <a:r>
              <a:rPr lang="ja-JP" altLang="en-US" dirty="0"/>
              <a:t>加点材料</a:t>
            </a:r>
          </a:p>
          <a:p>
            <a:pPr lvl="1"/>
            <a:r>
              <a:rPr kumimoji="1" lang="ja-JP" altLang="en-US" dirty="0"/>
              <a:t>提出された講義内課題で評価します</a:t>
            </a:r>
            <a:r>
              <a:rPr kumimoji="1" lang="en-US" altLang="ja-JP" dirty="0"/>
              <a:t>【</a:t>
            </a:r>
            <a:r>
              <a:rPr kumimoji="1" lang="ja-JP" altLang="en-US" dirty="0"/>
              <a:t>良</a:t>
            </a:r>
            <a:r>
              <a:rPr kumimoji="1" lang="en-US" altLang="ja-JP" dirty="0"/>
              <a:t>】</a:t>
            </a:r>
            <a:endParaRPr lang="ja-JP" altLang="en-US" dirty="0"/>
          </a:p>
          <a:p>
            <a:pPr lvl="1"/>
            <a:r>
              <a:rPr kumimoji="1" lang="ja-JP" altLang="en-US" dirty="0"/>
              <a:t>講義内課題の解答を</a:t>
            </a:r>
            <a:r>
              <a:rPr kumimoji="1" lang="ja-JP" altLang="en-US" u="sng" dirty="0"/>
              <a:t>発表したら</a:t>
            </a:r>
            <a:r>
              <a:rPr kumimoji="1" lang="ja-JP" altLang="en-US" dirty="0"/>
              <a:t>加点します</a:t>
            </a:r>
            <a:r>
              <a:rPr kumimoji="1" lang="en-US" altLang="ja-JP" dirty="0"/>
              <a:t>【</a:t>
            </a:r>
            <a:r>
              <a:rPr lang="ja-JP" altLang="en-US" dirty="0"/>
              <a:t>優・秀</a:t>
            </a:r>
            <a:r>
              <a:rPr kumimoji="1" lang="en-US" altLang="ja-JP" dirty="0"/>
              <a:t>】</a:t>
            </a:r>
            <a:endParaRPr kumimoji="1" lang="ja-JP" altLang="en-US" dirty="0"/>
          </a:p>
          <a:p>
            <a:r>
              <a:rPr lang="ja-JP" altLang="en-US" dirty="0"/>
              <a:t>最終レポート</a:t>
            </a:r>
            <a:r>
              <a:rPr lang="en-US" altLang="ja-JP" sz="1700" dirty="0"/>
              <a:t>※</a:t>
            </a:r>
            <a:r>
              <a:rPr lang="ja-JP" altLang="en-US" sz="1700" dirty="0"/>
              <a:t>今年に関してはどのようなレポートにするかまだ検討中です</a:t>
            </a:r>
            <a:endParaRPr lang="ja-JP" altLang="en-US" dirty="0"/>
          </a:p>
          <a:p>
            <a:pPr lvl="1"/>
            <a:r>
              <a:rPr kumimoji="1" lang="ja-JP" altLang="en-US" dirty="0"/>
              <a:t>座学試験はせずレポートで評価します</a:t>
            </a:r>
          </a:p>
        </p:txBody>
      </p:sp>
      <p:sp>
        <p:nvSpPr>
          <p:cNvPr id="5" name="日付プレースホルダー 4">
            <a:extLst>
              <a:ext uri="{FF2B5EF4-FFF2-40B4-BE49-F238E27FC236}">
                <a16:creationId xmlns:a16="http://schemas.microsoft.com/office/drawing/2014/main" id="{073D6E28-7C6C-F081-851A-E98B20017F12}"/>
              </a:ext>
            </a:extLst>
          </p:cNvPr>
          <p:cNvSpPr>
            <a:spLocks noGrp="1"/>
          </p:cNvSpPr>
          <p:nvPr>
            <p:ph type="dt" sz="half" idx="10"/>
          </p:nvPr>
        </p:nvSpPr>
        <p:spPr/>
        <p:txBody>
          <a:bodyPr/>
          <a:lstStyle/>
          <a:p>
            <a:r>
              <a:rPr kumimoji="1" lang="en-US" altLang="ja-JP"/>
              <a:t>Day1</a:t>
            </a:r>
            <a:endParaRPr kumimoji="1" lang="ja-JP" altLang="en-US"/>
          </a:p>
        </p:txBody>
      </p:sp>
      <p:sp>
        <p:nvSpPr>
          <p:cNvPr id="6" name="スライド番号プレースホルダー 5">
            <a:extLst>
              <a:ext uri="{FF2B5EF4-FFF2-40B4-BE49-F238E27FC236}">
                <a16:creationId xmlns:a16="http://schemas.microsoft.com/office/drawing/2014/main" id="{8A7B53DD-E90C-C45F-B37F-8C894130FD91}"/>
              </a:ext>
            </a:extLst>
          </p:cNvPr>
          <p:cNvSpPr>
            <a:spLocks noGrp="1"/>
          </p:cNvSpPr>
          <p:nvPr>
            <p:ph type="sldNum" sz="quarter" idx="12"/>
          </p:nvPr>
        </p:nvSpPr>
        <p:spPr/>
        <p:txBody>
          <a:bodyPr/>
          <a:lstStyle/>
          <a:p>
            <a:fld id="{B4DA0251-0B3B-4C1C-96DC-5D2833458AB2}" type="slidenum">
              <a:rPr kumimoji="1" lang="ja-JP" altLang="en-US" smtClean="0"/>
              <a:t>4</a:t>
            </a:fld>
            <a:endParaRPr kumimoji="1" lang="ja-JP" altLang="en-US"/>
          </a:p>
        </p:txBody>
      </p:sp>
    </p:spTree>
    <p:extLst>
      <p:ext uri="{BB962C8B-B14F-4D97-AF65-F5344CB8AC3E}">
        <p14:creationId xmlns:p14="http://schemas.microsoft.com/office/powerpoint/2010/main" val="20614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28875D5-3151-4F32-B162-8E5885CCE33E}"/>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ADDAA8EA-7FBB-4F2E-91EB-63E6329C1EE5}"/>
              </a:ext>
            </a:extLst>
          </p:cNvPr>
          <p:cNvSpPr>
            <a:spLocks noGrp="1"/>
          </p:cNvSpPr>
          <p:nvPr>
            <p:ph type="title"/>
          </p:nvPr>
        </p:nvSpPr>
        <p:spPr/>
        <p:txBody>
          <a:bodyPr/>
          <a:lstStyle/>
          <a:p>
            <a:r>
              <a:rPr lang="en-US" altLang="ja-JP" dirty="0"/>
              <a:t>2025</a:t>
            </a:r>
            <a:r>
              <a:rPr lang="ja-JP" altLang="en-US" dirty="0"/>
              <a:t>年度 講義日程</a:t>
            </a:r>
            <a:endParaRPr kumimoji="1" lang="ja-JP" altLang="en-US" dirty="0"/>
          </a:p>
        </p:txBody>
      </p:sp>
      <p:graphicFrame>
        <p:nvGraphicFramePr>
          <p:cNvPr id="11" name="表 11">
            <a:extLst>
              <a:ext uri="{FF2B5EF4-FFF2-40B4-BE49-F238E27FC236}">
                <a16:creationId xmlns:a16="http://schemas.microsoft.com/office/drawing/2014/main" id="{B9D9CDA9-57A4-4499-80A3-E4FDBFD7FF4F}"/>
              </a:ext>
            </a:extLst>
          </p:cNvPr>
          <p:cNvGraphicFramePr>
            <a:graphicFrameLocks noGrp="1"/>
          </p:cNvGraphicFramePr>
          <p:nvPr>
            <p:ph idx="1"/>
            <p:extLst>
              <p:ext uri="{D42A27DB-BD31-4B8C-83A1-F6EECF244321}">
                <p14:modId xmlns:p14="http://schemas.microsoft.com/office/powerpoint/2010/main" val="297807079"/>
              </p:ext>
            </p:extLst>
          </p:nvPr>
        </p:nvGraphicFramePr>
        <p:xfrm>
          <a:off x="1047699" y="1690688"/>
          <a:ext cx="10306101" cy="3708400"/>
        </p:xfrm>
        <a:graphic>
          <a:graphicData uri="http://schemas.openxmlformats.org/drawingml/2006/table">
            <a:tbl>
              <a:tblPr firstRow="1" bandRow="1">
                <a:tableStyleId>{1FECB4D8-DB02-4DC6-A0A2-4F2EBAE1DC90}</a:tableStyleId>
              </a:tblPr>
              <a:tblGrid>
                <a:gridCol w="781655">
                  <a:extLst>
                    <a:ext uri="{9D8B030D-6E8A-4147-A177-3AD203B41FA5}">
                      <a16:colId xmlns:a16="http://schemas.microsoft.com/office/drawing/2014/main" val="2758299451"/>
                    </a:ext>
                  </a:extLst>
                </a:gridCol>
                <a:gridCol w="724650">
                  <a:extLst>
                    <a:ext uri="{9D8B030D-6E8A-4147-A177-3AD203B41FA5}">
                      <a16:colId xmlns:a16="http://schemas.microsoft.com/office/drawing/2014/main" val="308317790"/>
                    </a:ext>
                  </a:extLst>
                </a:gridCol>
                <a:gridCol w="4274025">
                  <a:extLst>
                    <a:ext uri="{9D8B030D-6E8A-4147-A177-3AD203B41FA5}">
                      <a16:colId xmlns:a16="http://schemas.microsoft.com/office/drawing/2014/main" val="348952505"/>
                    </a:ext>
                  </a:extLst>
                </a:gridCol>
                <a:gridCol w="4525771">
                  <a:extLst>
                    <a:ext uri="{9D8B030D-6E8A-4147-A177-3AD203B41FA5}">
                      <a16:colId xmlns:a16="http://schemas.microsoft.com/office/drawing/2014/main" val="2478483573"/>
                    </a:ext>
                  </a:extLst>
                </a:gridCol>
              </a:tblGrid>
              <a:tr h="370840">
                <a:tc>
                  <a:txBody>
                    <a:bodyPr/>
                    <a:lstStyle/>
                    <a:p>
                      <a:r>
                        <a:rPr kumimoji="1" lang="en-US" altLang="ja-JP" sz="1600" dirty="0"/>
                        <a:t>#</a:t>
                      </a:r>
                      <a:endParaRPr kumimoji="1" lang="ja-JP" altLang="en-US" sz="1600" dirty="0"/>
                    </a:p>
                  </a:txBody>
                  <a:tcPr/>
                </a:tc>
                <a:tc>
                  <a:txBody>
                    <a:bodyPr/>
                    <a:lstStyle/>
                    <a:p>
                      <a:r>
                        <a:rPr kumimoji="1" lang="ja-JP" altLang="en-US" sz="1600" dirty="0"/>
                        <a:t>日時</a:t>
                      </a:r>
                    </a:p>
                  </a:txBody>
                  <a:tcPr/>
                </a:tc>
                <a:tc>
                  <a:txBody>
                    <a:bodyPr/>
                    <a:lstStyle/>
                    <a:p>
                      <a:r>
                        <a:rPr kumimoji="1" lang="ja-JP" altLang="en-US" sz="1600" dirty="0"/>
                        <a:t>講義</a:t>
                      </a:r>
                      <a:r>
                        <a:rPr kumimoji="1" lang="en-US" altLang="ja-JP" sz="1600" dirty="0"/>
                        <a:t>(</a:t>
                      </a:r>
                      <a:r>
                        <a:rPr kumimoji="1" lang="ja-JP" altLang="en-US" sz="1600" dirty="0"/>
                        <a:t>演習</a:t>
                      </a:r>
                      <a:r>
                        <a:rPr kumimoji="1" lang="en-US" altLang="ja-JP" sz="1600" dirty="0"/>
                        <a:t>)</a:t>
                      </a:r>
                      <a:endParaRPr kumimoji="1" lang="ja-JP" altLang="en-US" sz="1600" dirty="0"/>
                    </a:p>
                  </a:txBody>
                  <a:tcPr/>
                </a:tc>
                <a:tc>
                  <a:txBody>
                    <a:bodyPr/>
                    <a:lstStyle/>
                    <a:p>
                      <a:r>
                        <a:rPr kumimoji="1" lang="ja-JP" altLang="en-US" sz="1600" dirty="0"/>
                        <a:t>宿題</a:t>
                      </a:r>
                      <a:r>
                        <a:rPr kumimoji="1" lang="en-US" altLang="ja-JP" sz="1600" dirty="0"/>
                        <a:t>(</a:t>
                      </a:r>
                      <a:r>
                        <a:rPr kumimoji="1" lang="ja-JP" altLang="en-US" sz="1600" dirty="0"/>
                        <a:t>予習</a:t>
                      </a:r>
                      <a:r>
                        <a:rPr kumimoji="1" lang="en-US" altLang="ja-JP" sz="1600" dirty="0"/>
                        <a:t>)</a:t>
                      </a:r>
                      <a:endParaRPr kumimoji="1" lang="ja-JP" altLang="en-US" sz="1600" dirty="0"/>
                    </a:p>
                  </a:txBody>
                  <a:tcPr/>
                </a:tc>
                <a:extLst>
                  <a:ext uri="{0D108BD9-81ED-4DB2-BD59-A6C34878D82A}">
                    <a16:rowId xmlns:a16="http://schemas.microsoft.com/office/drawing/2014/main" val="568392584"/>
                  </a:ext>
                </a:extLst>
              </a:tr>
              <a:tr h="370840">
                <a:tc>
                  <a:txBody>
                    <a:bodyPr/>
                    <a:lstStyle/>
                    <a:p>
                      <a:r>
                        <a:rPr kumimoji="1" lang="en-US" altLang="ja-JP" sz="1600" dirty="0"/>
                        <a:t>Day 1</a:t>
                      </a:r>
                      <a:endParaRPr kumimoji="1" lang="ja-JP" altLang="en-US" sz="1600" dirty="0"/>
                    </a:p>
                  </a:txBody>
                  <a:tcPr/>
                </a:tc>
                <a:tc>
                  <a:txBody>
                    <a:bodyPr/>
                    <a:lstStyle/>
                    <a:p>
                      <a:r>
                        <a:rPr kumimoji="1" lang="en-US" altLang="ja-JP" sz="1600" dirty="0"/>
                        <a:t>4/16</a:t>
                      </a:r>
                      <a:endParaRPr kumimoji="1" lang="ja-JP" altLang="en-US" sz="1600" dirty="0"/>
                    </a:p>
                  </a:txBody>
                  <a:tcPr/>
                </a:tc>
                <a:tc>
                  <a:txBody>
                    <a:bodyPr/>
                    <a:lstStyle/>
                    <a:p>
                      <a:r>
                        <a:rPr kumimoji="1" lang="ja-JP" altLang="en-US" sz="1600" dirty="0"/>
                        <a:t>ガイダンス＆</a:t>
                      </a:r>
                      <a:r>
                        <a:rPr kumimoji="1" lang="en-US" altLang="ja-JP" sz="1600" dirty="0"/>
                        <a:t>Google </a:t>
                      </a:r>
                      <a:r>
                        <a:rPr kumimoji="1" lang="en-US" altLang="ja-JP" sz="1600" dirty="0" err="1"/>
                        <a:t>Colab</a:t>
                      </a:r>
                      <a:r>
                        <a:rPr kumimoji="1" lang="ja-JP" altLang="en-US" sz="1600" dirty="0"/>
                        <a:t>に触ってみる</a:t>
                      </a:r>
                    </a:p>
                  </a:txBody>
                  <a:tcPr/>
                </a:tc>
                <a:tc>
                  <a:txBody>
                    <a:bodyPr/>
                    <a:lstStyle/>
                    <a:p>
                      <a:r>
                        <a:rPr kumimoji="1" lang="ja-JP" altLang="en-US" sz="1600" dirty="0"/>
                        <a:t>リテラル／データ構造</a:t>
                      </a:r>
                    </a:p>
                  </a:txBody>
                  <a:tcPr/>
                </a:tc>
                <a:extLst>
                  <a:ext uri="{0D108BD9-81ED-4DB2-BD59-A6C34878D82A}">
                    <a16:rowId xmlns:a16="http://schemas.microsoft.com/office/drawing/2014/main" val="755404994"/>
                  </a:ext>
                </a:extLst>
              </a:tr>
              <a:tr h="370840">
                <a:tc>
                  <a:txBody>
                    <a:bodyPr/>
                    <a:lstStyle/>
                    <a:p>
                      <a:r>
                        <a:rPr kumimoji="1" lang="en-US" altLang="ja-JP" sz="1600" dirty="0"/>
                        <a:t>Day 2</a:t>
                      </a:r>
                      <a:endParaRPr kumimoji="1" lang="ja-JP" altLang="en-US" sz="1600" dirty="0"/>
                    </a:p>
                  </a:txBody>
                  <a:tcPr/>
                </a:tc>
                <a:tc>
                  <a:txBody>
                    <a:bodyPr/>
                    <a:lstStyle/>
                    <a:p>
                      <a:r>
                        <a:rPr kumimoji="1" lang="en-US" altLang="ja-JP" sz="1600" dirty="0"/>
                        <a:t>4/23</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リテラル／データ構造</a:t>
                      </a:r>
                      <a:r>
                        <a:rPr kumimoji="1" lang="ja-JP" altLang="en-US" sz="1600" dirty="0">
                          <a:solidFill>
                            <a:schemeClr val="accent5"/>
                          </a:solidFill>
                        </a:rPr>
                        <a:t>演習</a:t>
                      </a:r>
                    </a:p>
                  </a:txBody>
                  <a:tcPr/>
                </a:tc>
                <a:tc>
                  <a:txBody>
                    <a:bodyPr/>
                    <a:lstStyle/>
                    <a:p>
                      <a:r>
                        <a:rPr kumimoji="1" lang="ja-JP" altLang="en-US" sz="1600" dirty="0"/>
                        <a:t>演算子／制御構文</a:t>
                      </a:r>
                    </a:p>
                  </a:txBody>
                  <a:tcPr/>
                </a:tc>
                <a:extLst>
                  <a:ext uri="{0D108BD9-81ED-4DB2-BD59-A6C34878D82A}">
                    <a16:rowId xmlns:a16="http://schemas.microsoft.com/office/drawing/2014/main" val="3991878661"/>
                  </a:ext>
                </a:extLst>
              </a:tr>
              <a:tr h="370840">
                <a:tc>
                  <a:txBody>
                    <a:bodyPr/>
                    <a:lstStyle/>
                    <a:p>
                      <a:r>
                        <a:rPr kumimoji="1" lang="en-US" altLang="ja-JP" sz="1600" dirty="0"/>
                        <a:t>Day 3</a:t>
                      </a:r>
                      <a:endParaRPr kumimoji="1" lang="ja-JP" altLang="en-US" sz="1600" dirty="0"/>
                    </a:p>
                  </a:txBody>
                  <a:tcPr/>
                </a:tc>
                <a:tc>
                  <a:txBody>
                    <a:bodyPr/>
                    <a:lstStyle/>
                    <a:p>
                      <a:r>
                        <a:rPr kumimoji="1" lang="en-US" altLang="ja-JP" sz="1600" dirty="0"/>
                        <a:t>4/30</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演算子／制御構文</a:t>
                      </a:r>
                      <a:r>
                        <a:rPr kumimoji="1" lang="ja-JP" altLang="en-US" sz="1600" dirty="0">
                          <a:solidFill>
                            <a:schemeClr val="accent5"/>
                          </a:solidFill>
                        </a:rPr>
                        <a:t>演習</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関数／ラムダ式／オブジェクト指向</a:t>
                      </a:r>
                    </a:p>
                  </a:txBody>
                  <a:tcPr/>
                </a:tc>
                <a:extLst>
                  <a:ext uri="{0D108BD9-81ED-4DB2-BD59-A6C34878D82A}">
                    <a16:rowId xmlns:a16="http://schemas.microsoft.com/office/drawing/2014/main" val="410328315"/>
                  </a:ext>
                </a:extLst>
              </a:tr>
              <a:tr h="370840">
                <a:tc>
                  <a:txBody>
                    <a:bodyPr/>
                    <a:lstStyle/>
                    <a:p>
                      <a:r>
                        <a:rPr kumimoji="1" lang="en-US" altLang="ja-JP" sz="1600" dirty="0"/>
                        <a:t>Day 4</a:t>
                      </a:r>
                      <a:endParaRPr kumimoji="1" lang="ja-JP" altLang="en-US" sz="1600" dirty="0"/>
                    </a:p>
                  </a:txBody>
                  <a:tcPr/>
                </a:tc>
                <a:tc>
                  <a:txBody>
                    <a:bodyPr/>
                    <a:lstStyle/>
                    <a:p>
                      <a:r>
                        <a:rPr kumimoji="1" lang="en-US" altLang="ja-JP" sz="1600" dirty="0"/>
                        <a:t>5/07</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関数／ラムダ式／オブジェクト指向</a:t>
                      </a:r>
                      <a:r>
                        <a:rPr kumimoji="1" lang="ja-JP" altLang="en-US" sz="1600" dirty="0">
                          <a:solidFill>
                            <a:schemeClr val="accent5"/>
                          </a:solidFill>
                        </a:rPr>
                        <a:t>演習</a:t>
                      </a:r>
                      <a:endParaRPr kumimoji="1" lang="ja-JP" altLang="en-US" sz="1600" dirty="0"/>
                    </a:p>
                  </a:txBody>
                  <a:tcPr/>
                </a:tc>
                <a:tc>
                  <a:txBody>
                    <a:bodyPr/>
                    <a:lstStyle/>
                    <a:p>
                      <a:r>
                        <a:rPr kumimoji="1" lang="ja-JP" altLang="en-US" sz="1600" dirty="0"/>
                        <a:t>数値処理</a:t>
                      </a:r>
                    </a:p>
                  </a:txBody>
                  <a:tcPr/>
                </a:tc>
                <a:extLst>
                  <a:ext uri="{0D108BD9-81ED-4DB2-BD59-A6C34878D82A}">
                    <a16:rowId xmlns:a16="http://schemas.microsoft.com/office/drawing/2014/main" val="2045023235"/>
                  </a:ext>
                </a:extLst>
              </a:tr>
              <a:tr h="370840">
                <a:tc>
                  <a:txBody>
                    <a:bodyPr/>
                    <a:lstStyle/>
                    <a:p>
                      <a:r>
                        <a:rPr kumimoji="1" lang="en-US" altLang="ja-JP" sz="1600" dirty="0"/>
                        <a:t>Day 5</a:t>
                      </a:r>
                      <a:endParaRPr kumimoji="1" lang="ja-JP" altLang="en-US" sz="1600" dirty="0"/>
                    </a:p>
                  </a:txBody>
                  <a:tcPr/>
                </a:tc>
                <a:tc>
                  <a:txBody>
                    <a:bodyPr/>
                    <a:lstStyle/>
                    <a:p>
                      <a:r>
                        <a:rPr kumimoji="1" lang="en-US" altLang="ja-JP" sz="1600" dirty="0"/>
                        <a:t>5/14</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数値処理</a:t>
                      </a:r>
                      <a:r>
                        <a:rPr kumimoji="1" lang="ja-JP" altLang="en-US" sz="1600" dirty="0">
                          <a:solidFill>
                            <a:schemeClr val="accent5"/>
                          </a:solidFill>
                        </a:rPr>
                        <a:t>演習</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可視化</a:t>
                      </a:r>
                    </a:p>
                  </a:txBody>
                  <a:tcPr/>
                </a:tc>
                <a:extLst>
                  <a:ext uri="{0D108BD9-81ED-4DB2-BD59-A6C34878D82A}">
                    <a16:rowId xmlns:a16="http://schemas.microsoft.com/office/drawing/2014/main" val="3353608907"/>
                  </a:ext>
                </a:extLst>
              </a:tr>
              <a:tr h="370840">
                <a:tc>
                  <a:txBody>
                    <a:bodyPr/>
                    <a:lstStyle/>
                    <a:p>
                      <a:r>
                        <a:rPr kumimoji="1" lang="en-US" altLang="ja-JP" sz="1600" dirty="0"/>
                        <a:t>Day 6</a:t>
                      </a:r>
                      <a:endParaRPr kumimoji="1" lang="ja-JP" altLang="en-US" sz="1600" dirty="0"/>
                    </a:p>
                  </a:txBody>
                  <a:tcPr/>
                </a:tc>
                <a:tc>
                  <a:txBody>
                    <a:bodyPr/>
                    <a:lstStyle/>
                    <a:p>
                      <a:r>
                        <a:rPr kumimoji="1" lang="en-US" altLang="ja-JP" sz="1600" dirty="0"/>
                        <a:t>5/21</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可視化</a:t>
                      </a:r>
                      <a:r>
                        <a:rPr kumimoji="1" lang="ja-JP" altLang="en-US" sz="1600" dirty="0">
                          <a:solidFill>
                            <a:schemeClr val="accent5"/>
                          </a:solidFill>
                        </a:rPr>
                        <a:t>演習</a:t>
                      </a:r>
                      <a:endParaRPr kumimoji="1" lang="ja-JP" altLang="en-US" sz="1600" dirty="0"/>
                    </a:p>
                  </a:txBody>
                  <a:tcPr/>
                </a:tc>
                <a:tc>
                  <a:txBody>
                    <a:bodyPr/>
                    <a:lstStyle/>
                    <a:p>
                      <a:r>
                        <a:rPr kumimoji="1" lang="ja-JP" altLang="en-US" sz="1600" dirty="0"/>
                        <a:t>機械学習</a:t>
                      </a:r>
                    </a:p>
                  </a:txBody>
                  <a:tcPr/>
                </a:tc>
                <a:extLst>
                  <a:ext uri="{0D108BD9-81ED-4DB2-BD59-A6C34878D82A}">
                    <a16:rowId xmlns:a16="http://schemas.microsoft.com/office/drawing/2014/main" val="2618132408"/>
                  </a:ext>
                </a:extLst>
              </a:tr>
              <a:tr h="370840">
                <a:tc>
                  <a:txBody>
                    <a:bodyPr/>
                    <a:lstStyle/>
                    <a:p>
                      <a:r>
                        <a:rPr kumimoji="1" lang="en-US" altLang="ja-JP" sz="1600" dirty="0"/>
                        <a:t>Day 7</a:t>
                      </a:r>
                      <a:endParaRPr kumimoji="1" lang="ja-JP" altLang="en-US" sz="1600" dirty="0"/>
                    </a:p>
                  </a:txBody>
                  <a:tcPr/>
                </a:tc>
                <a:tc>
                  <a:txBody>
                    <a:bodyPr/>
                    <a:lstStyle/>
                    <a:p>
                      <a:r>
                        <a:rPr kumimoji="1" lang="en-US" altLang="ja-JP" sz="1600" dirty="0"/>
                        <a:t>5/28</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機械学習</a:t>
                      </a:r>
                      <a:r>
                        <a:rPr kumimoji="1" lang="ja-JP" altLang="en-US" sz="1600" dirty="0">
                          <a:solidFill>
                            <a:schemeClr val="accent5"/>
                          </a:solidFill>
                        </a:rPr>
                        <a:t>演習</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ディープラーニング</a:t>
                      </a:r>
                      <a:endParaRPr kumimoji="1" lang="en-US" altLang="ja-JP" sz="1600" dirty="0"/>
                    </a:p>
                  </a:txBody>
                  <a:tcPr/>
                </a:tc>
                <a:extLst>
                  <a:ext uri="{0D108BD9-81ED-4DB2-BD59-A6C34878D82A}">
                    <a16:rowId xmlns:a16="http://schemas.microsoft.com/office/drawing/2014/main" val="2875750499"/>
                  </a:ext>
                </a:extLst>
              </a:tr>
              <a:tr h="370840">
                <a:tc>
                  <a:txBody>
                    <a:bodyPr/>
                    <a:lstStyle/>
                    <a:p>
                      <a:r>
                        <a:rPr kumimoji="1" lang="en-US" altLang="ja-JP" sz="1600" dirty="0"/>
                        <a:t>Day 8</a:t>
                      </a:r>
                      <a:endParaRPr kumimoji="1" lang="ja-JP" altLang="en-US" sz="1600" dirty="0"/>
                    </a:p>
                  </a:txBody>
                  <a:tcPr/>
                </a:tc>
                <a:tc>
                  <a:txBody>
                    <a:bodyPr/>
                    <a:lstStyle/>
                    <a:p>
                      <a:r>
                        <a:rPr kumimoji="1" lang="en-US" altLang="ja-JP" sz="1600" dirty="0"/>
                        <a:t>6/04</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ディープラーニング</a:t>
                      </a:r>
                      <a:r>
                        <a:rPr kumimoji="1" lang="ja-JP" altLang="en-US" sz="1600" dirty="0">
                          <a:solidFill>
                            <a:schemeClr val="accent5"/>
                          </a:solidFill>
                        </a:rPr>
                        <a:t>演習</a:t>
                      </a:r>
                      <a:endParaRPr kumimoji="1" lang="en-US" altLang="ja-JP"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a:t>
                      </a:r>
                      <a:r>
                        <a:rPr kumimoji="1" lang="ja-JP" altLang="en-US" sz="1600" dirty="0"/>
                        <a:t>生成</a:t>
                      </a:r>
                      <a:r>
                        <a:rPr kumimoji="1" lang="en-US" altLang="ja-JP" sz="1600" dirty="0"/>
                        <a:t>AI)</a:t>
                      </a:r>
                    </a:p>
                  </a:txBody>
                  <a:tcPr/>
                </a:tc>
                <a:extLst>
                  <a:ext uri="{0D108BD9-81ED-4DB2-BD59-A6C34878D82A}">
                    <a16:rowId xmlns:a16="http://schemas.microsoft.com/office/drawing/2014/main" val="3587770393"/>
                  </a:ext>
                </a:extLst>
              </a:tr>
              <a:tr h="370840">
                <a:tc>
                  <a:txBody>
                    <a:bodyPr/>
                    <a:lstStyle/>
                    <a:p>
                      <a:r>
                        <a:rPr kumimoji="1" lang="en-US" altLang="ja-JP" sz="1600" dirty="0"/>
                        <a:t>Day 9</a:t>
                      </a:r>
                      <a:endParaRPr kumimoji="1" lang="ja-JP" altLang="en-US" sz="1600" dirty="0"/>
                    </a:p>
                  </a:txBody>
                  <a:tcPr/>
                </a:tc>
                <a:tc>
                  <a:txBody>
                    <a:bodyPr/>
                    <a:lstStyle/>
                    <a:p>
                      <a:r>
                        <a:rPr kumimoji="1" lang="en-US" altLang="ja-JP" sz="1600" dirty="0"/>
                        <a:t>6/18</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a:t>
                      </a:r>
                      <a:r>
                        <a:rPr kumimoji="1" lang="ja-JP" altLang="en-US" sz="1600" dirty="0"/>
                        <a:t>生成</a:t>
                      </a:r>
                      <a:r>
                        <a:rPr kumimoji="1" lang="en-US" altLang="ja-JP" sz="1600" dirty="0"/>
                        <a:t>AI</a:t>
                      </a:r>
                      <a:r>
                        <a:rPr kumimoji="1" lang="ja-JP" altLang="en-US" sz="1600" dirty="0">
                          <a:solidFill>
                            <a:schemeClr val="accent5"/>
                          </a:solidFill>
                        </a:rPr>
                        <a:t>演習</a:t>
                      </a:r>
                      <a:r>
                        <a:rPr kumimoji="1" lang="en-US" altLang="ja-JP" sz="1600" dirty="0">
                          <a:solidFill>
                            <a:schemeClr val="tx1"/>
                          </a:solidFill>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最終レポート</a:t>
                      </a:r>
                      <a:r>
                        <a:rPr kumimoji="1" lang="en-US" altLang="ja-JP" sz="1600" dirty="0"/>
                        <a:t>(</a:t>
                      </a:r>
                      <a:r>
                        <a:rPr kumimoji="1" lang="ja-JP" altLang="en-US" sz="1600" dirty="0"/>
                        <a:t>期限</a:t>
                      </a:r>
                      <a:r>
                        <a:rPr kumimoji="1" lang="en-US" altLang="ja-JP" sz="1600" dirty="0"/>
                        <a:t>6</a:t>
                      </a:r>
                      <a:r>
                        <a:rPr kumimoji="1" lang="ja-JP" altLang="en-US" sz="1600" dirty="0"/>
                        <a:t>月末</a:t>
                      </a:r>
                      <a:r>
                        <a:rPr kumimoji="1" lang="en-US" altLang="ja-JP" sz="1600" dirty="0"/>
                        <a:t>)</a:t>
                      </a:r>
                    </a:p>
                  </a:txBody>
                  <a:tcPr/>
                </a:tc>
                <a:extLst>
                  <a:ext uri="{0D108BD9-81ED-4DB2-BD59-A6C34878D82A}">
                    <a16:rowId xmlns:a16="http://schemas.microsoft.com/office/drawing/2014/main" val="1308971788"/>
                  </a:ext>
                </a:extLst>
              </a:tr>
            </a:tbl>
          </a:graphicData>
        </a:graphic>
      </p:graphicFrame>
      <p:sp>
        <p:nvSpPr>
          <p:cNvPr id="5" name="日付プレースホルダー 4">
            <a:extLst>
              <a:ext uri="{FF2B5EF4-FFF2-40B4-BE49-F238E27FC236}">
                <a16:creationId xmlns:a16="http://schemas.microsoft.com/office/drawing/2014/main" id="{9C8C59E9-E7E3-48FF-903C-F87318E42D8D}"/>
              </a:ext>
            </a:extLst>
          </p:cNvPr>
          <p:cNvSpPr>
            <a:spLocks noGrp="1"/>
          </p:cNvSpPr>
          <p:nvPr>
            <p:ph type="dt" sz="half" idx="10"/>
          </p:nvPr>
        </p:nvSpPr>
        <p:spPr/>
        <p:txBody>
          <a:bodyPr/>
          <a:lstStyle/>
          <a:p>
            <a:r>
              <a:rPr kumimoji="1" lang="en-US" altLang="ja-JP"/>
              <a:t>Day1</a:t>
            </a:r>
            <a:endParaRPr kumimoji="1" lang="ja-JP" altLang="en-US"/>
          </a:p>
        </p:txBody>
      </p:sp>
      <p:sp>
        <p:nvSpPr>
          <p:cNvPr id="6" name="スライド番号プレースホルダー 5">
            <a:extLst>
              <a:ext uri="{FF2B5EF4-FFF2-40B4-BE49-F238E27FC236}">
                <a16:creationId xmlns:a16="http://schemas.microsoft.com/office/drawing/2014/main" id="{BF22205E-8A53-4437-90B8-E8B58C2182F0}"/>
              </a:ext>
            </a:extLst>
          </p:cNvPr>
          <p:cNvSpPr>
            <a:spLocks noGrp="1"/>
          </p:cNvSpPr>
          <p:nvPr>
            <p:ph type="sldNum" sz="quarter" idx="12"/>
          </p:nvPr>
        </p:nvSpPr>
        <p:spPr/>
        <p:txBody>
          <a:bodyPr/>
          <a:lstStyle/>
          <a:p>
            <a:fld id="{B4DA0251-0B3B-4C1C-96DC-5D2833458AB2}" type="slidenum">
              <a:rPr kumimoji="1" lang="ja-JP" altLang="en-US" smtClean="0"/>
              <a:t>5</a:t>
            </a:fld>
            <a:endParaRPr kumimoji="1" lang="ja-JP" altLang="en-US"/>
          </a:p>
        </p:txBody>
      </p:sp>
      <p:sp>
        <p:nvSpPr>
          <p:cNvPr id="19" name="テキスト ボックス 18">
            <a:extLst>
              <a:ext uri="{FF2B5EF4-FFF2-40B4-BE49-F238E27FC236}">
                <a16:creationId xmlns:a16="http://schemas.microsoft.com/office/drawing/2014/main" id="{69953FC1-7C30-4DA7-BCEC-C1E2ECA25E08}"/>
              </a:ext>
            </a:extLst>
          </p:cNvPr>
          <p:cNvSpPr txBox="1"/>
          <p:nvPr/>
        </p:nvSpPr>
        <p:spPr>
          <a:xfrm>
            <a:off x="1047699" y="5661878"/>
            <a:ext cx="10781312" cy="830997"/>
          </a:xfrm>
          <a:prstGeom prst="rect">
            <a:avLst/>
          </a:prstGeom>
          <a:noFill/>
        </p:spPr>
        <p:txBody>
          <a:bodyPr wrap="square" rtlCol="0">
            <a:spAutoFit/>
          </a:bodyPr>
          <a:lstStyle/>
          <a:p>
            <a:pPr marL="285750" indent="-285750">
              <a:buSzPct val="130000"/>
              <a:buBlip>
                <a:blip r:embed="rId2">
                  <a:extLst>
                    <a:ext uri="{96DAC541-7B7A-43D3-8B79-37D633B846F1}">
                      <asvg:svgBlip xmlns:asvg="http://schemas.microsoft.com/office/drawing/2016/SVG/main" r:embed="rId3"/>
                    </a:ext>
                  </a:extLst>
                </a:blip>
              </a:buBlip>
            </a:pPr>
            <a:r>
              <a:rPr lang="ja-JP" altLang="en-US" sz="2400" dirty="0"/>
              <a:t>内容は進捗に応じて適宜変更する。</a:t>
            </a:r>
            <a:endParaRPr lang="en-US" altLang="ja-JP" sz="2400" dirty="0"/>
          </a:p>
          <a:p>
            <a:pPr marL="285750" indent="-285750">
              <a:buSzPct val="130000"/>
              <a:buBlip>
                <a:blip r:embed="rId2">
                  <a:extLst>
                    <a:ext uri="{96DAC541-7B7A-43D3-8B79-37D633B846F1}">
                      <asvg:svgBlip xmlns:asvg="http://schemas.microsoft.com/office/drawing/2016/SVG/main" r:embed="rId3"/>
                    </a:ext>
                  </a:extLst>
                </a:blip>
              </a:buBlip>
            </a:pPr>
            <a:r>
              <a:rPr lang="ja-JP" altLang="en-US" sz="2400" dirty="0"/>
              <a:t>本講義は演習を織り交ぜて行うので</a:t>
            </a:r>
            <a:r>
              <a:rPr lang="en-US" altLang="ja-JP" sz="2400" dirty="0"/>
              <a:t>PC</a:t>
            </a:r>
            <a:r>
              <a:rPr lang="ja-JP" altLang="en-US" sz="2400" dirty="0"/>
              <a:t>を持ってくること。</a:t>
            </a:r>
          </a:p>
        </p:txBody>
      </p:sp>
    </p:spTree>
    <p:extLst>
      <p:ext uri="{BB962C8B-B14F-4D97-AF65-F5344CB8AC3E}">
        <p14:creationId xmlns:p14="http://schemas.microsoft.com/office/powerpoint/2010/main" val="2174229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p:cNvSpPr>
            <a:spLocks noGrp="1"/>
          </p:cNvSpPr>
          <p:nvPr>
            <p:ph type="title"/>
          </p:nvPr>
        </p:nvSpPr>
        <p:spPr/>
        <p:txBody>
          <a:bodyPr/>
          <a:lstStyle/>
          <a:p>
            <a:r>
              <a:rPr kumimoji="1" lang="ja-JP" altLang="en-US" dirty="0"/>
              <a:t>情報科学Ｃ</a:t>
            </a:r>
          </a:p>
        </p:txBody>
      </p:sp>
      <p:sp>
        <p:nvSpPr>
          <p:cNvPr id="7" name="テキスト プレースホルダー 6"/>
          <p:cNvSpPr>
            <a:spLocks noGrp="1"/>
          </p:cNvSpPr>
          <p:nvPr>
            <p:ph type="body" idx="1"/>
          </p:nvPr>
        </p:nvSpPr>
        <p:spPr/>
        <p:txBody>
          <a:bodyPr/>
          <a:lstStyle/>
          <a:p>
            <a:r>
              <a:rPr lang="ja-JP" altLang="en-US" dirty="0"/>
              <a:t>第１回　</a:t>
            </a:r>
            <a:r>
              <a:rPr kumimoji="1" lang="ja-JP" altLang="en-US" sz="2400" dirty="0"/>
              <a:t>ガイダンス</a:t>
            </a:r>
            <a:endParaRPr kumimoji="1" lang="en-US" altLang="ja-JP" sz="2400" dirty="0"/>
          </a:p>
          <a:p>
            <a:r>
              <a:rPr lang="en-US" altLang="ja-JP" dirty="0"/>
              <a:t>	</a:t>
            </a:r>
            <a:r>
              <a:rPr lang="ja-JP" altLang="en-US" dirty="0"/>
              <a:t>　</a:t>
            </a:r>
            <a:r>
              <a:rPr kumimoji="1" lang="ja-JP" altLang="en-US" sz="2400" dirty="0"/>
              <a:t>＆</a:t>
            </a:r>
            <a:r>
              <a:rPr kumimoji="1" lang="en-US" altLang="ja-JP" sz="2400" dirty="0"/>
              <a:t>Google </a:t>
            </a:r>
            <a:r>
              <a:rPr kumimoji="1" lang="en-US" altLang="ja-JP" sz="2400" dirty="0" err="1"/>
              <a:t>Colab</a:t>
            </a:r>
            <a:r>
              <a:rPr kumimoji="1" lang="ja-JP" altLang="en-US" sz="2400" dirty="0"/>
              <a:t>に触ってみる</a:t>
            </a:r>
          </a:p>
          <a:p>
            <a:endParaRPr kumimoji="1" lang="ja-JP" altLang="en-US" dirty="0"/>
          </a:p>
        </p:txBody>
      </p:sp>
      <p:sp>
        <p:nvSpPr>
          <p:cNvPr id="4" name="フッター プレースホルダー 3"/>
          <p:cNvSpPr>
            <a:spLocks noGrp="1"/>
          </p:cNvSpPr>
          <p:nvPr>
            <p:ph type="ftr" sz="quarter" idx="11"/>
          </p:nvPr>
        </p:nvSpPr>
        <p:spPr/>
        <p:txBody>
          <a:bodyPr/>
          <a:lstStyle/>
          <a:p>
            <a:r>
              <a:rPr kumimoji="1" lang="ja-JP" altLang="en-US"/>
              <a:t>情報科学ｃ</a:t>
            </a:r>
            <a:endParaRPr kumimoji="1" lang="ja-JP" altLang="en-US" dirty="0"/>
          </a:p>
        </p:txBody>
      </p:sp>
      <p:sp>
        <p:nvSpPr>
          <p:cNvPr id="5" name="スライド番号プレースホルダー 4"/>
          <p:cNvSpPr>
            <a:spLocks noGrp="1"/>
          </p:cNvSpPr>
          <p:nvPr>
            <p:ph type="sldNum" sz="quarter" idx="12"/>
          </p:nvPr>
        </p:nvSpPr>
        <p:spPr/>
        <p:txBody>
          <a:bodyPr/>
          <a:lstStyle/>
          <a:p>
            <a:r>
              <a:rPr lang="en-US" altLang="ja-JP"/>
              <a:t>p.</a:t>
            </a:r>
            <a:fld id="{71584EDF-536B-41D0-946E-780F35A2C473}" type="slidenum">
              <a:rPr lang="ja-JP" altLang="en-US" smtClean="0"/>
              <a:pPr/>
              <a:t>6</a:t>
            </a:fld>
            <a:endParaRPr lang="ja-JP" altLang="en-US" dirty="0"/>
          </a:p>
        </p:txBody>
      </p:sp>
      <p:sp>
        <p:nvSpPr>
          <p:cNvPr id="2" name="日付プレースホルダー 1">
            <a:extLst>
              <a:ext uri="{FF2B5EF4-FFF2-40B4-BE49-F238E27FC236}">
                <a16:creationId xmlns:a16="http://schemas.microsoft.com/office/drawing/2014/main" id="{91617532-72A8-4D77-B75C-DB0447AED849}"/>
              </a:ext>
            </a:extLst>
          </p:cNvPr>
          <p:cNvSpPr>
            <a:spLocks noGrp="1"/>
          </p:cNvSpPr>
          <p:nvPr>
            <p:ph type="dt" sz="half" idx="10"/>
          </p:nvPr>
        </p:nvSpPr>
        <p:spPr/>
        <p:txBody>
          <a:bodyPr/>
          <a:lstStyle/>
          <a:p>
            <a:r>
              <a:rPr lang="en-US" altLang="ja-JP"/>
              <a:t>Day1</a:t>
            </a:r>
            <a:endParaRPr lang="ja-JP" altLang="en-US" dirty="0"/>
          </a:p>
        </p:txBody>
      </p:sp>
    </p:spTree>
    <p:extLst>
      <p:ext uri="{BB962C8B-B14F-4D97-AF65-F5344CB8AC3E}">
        <p14:creationId xmlns:p14="http://schemas.microsoft.com/office/powerpoint/2010/main" val="4208322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AE12ADEB-0CEC-A571-2D02-EBA369BBE2C2}"/>
              </a:ext>
            </a:extLst>
          </p:cNvPr>
          <p:cNvSpPr>
            <a:spLocks noGrp="1"/>
          </p:cNvSpPr>
          <p:nvPr>
            <p:ph type="ftr" sz="quarter" idx="11"/>
          </p:nvPr>
        </p:nvSpPr>
        <p:spPr/>
        <p:txBody>
          <a:bodyPr/>
          <a:lstStyle/>
          <a:p>
            <a:r>
              <a:rPr lang="ja-JP" altLang="en-US"/>
              <a:t>情報科学ｃ</a:t>
            </a:r>
            <a:endParaRPr lang="ja-JP" altLang="en-US" dirty="0"/>
          </a:p>
        </p:txBody>
      </p:sp>
      <p:sp>
        <p:nvSpPr>
          <p:cNvPr id="7" name="タイトル 6">
            <a:extLst>
              <a:ext uri="{FF2B5EF4-FFF2-40B4-BE49-F238E27FC236}">
                <a16:creationId xmlns:a16="http://schemas.microsoft.com/office/drawing/2014/main" id="{0F72FC61-6162-A575-A4C5-F4454633A3F5}"/>
              </a:ext>
            </a:extLst>
          </p:cNvPr>
          <p:cNvSpPr>
            <a:spLocks noGrp="1"/>
          </p:cNvSpPr>
          <p:nvPr>
            <p:ph type="title"/>
          </p:nvPr>
        </p:nvSpPr>
        <p:spPr/>
        <p:txBody>
          <a:bodyPr/>
          <a:lstStyle/>
          <a:p>
            <a:r>
              <a:rPr lang="en-US" altLang="ja-JP" dirty="0"/>
              <a:t>Google </a:t>
            </a:r>
            <a:r>
              <a:rPr lang="en-US" altLang="ja-JP" u="sng" dirty="0"/>
              <a:t>Colab</a:t>
            </a:r>
            <a:r>
              <a:rPr lang="en-US" altLang="ja-JP" dirty="0"/>
              <a:t>oratory</a:t>
            </a:r>
            <a:endParaRPr lang="ja-JP" altLang="en-US" dirty="0"/>
          </a:p>
        </p:txBody>
      </p:sp>
      <p:sp>
        <p:nvSpPr>
          <p:cNvPr id="8" name="コンテンツ プレースホルダー 7">
            <a:extLst>
              <a:ext uri="{FF2B5EF4-FFF2-40B4-BE49-F238E27FC236}">
                <a16:creationId xmlns:a16="http://schemas.microsoft.com/office/drawing/2014/main" id="{32EB1E26-BB40-D021-FB9C-35F49F391E37}"/>
              </a:ext>
            </a:extLst>
          </p:cNvPr>
          <p:cNvSpPr>
            <a:spLocks noGrp="1"/>
          </p:cNvSpPr>
          <p:nvPr>
            <p:ph idx="1"/>
          </p:nvPr>
        </p:nvSpPr>
        <p:spPr/>
        <p:txBody>
          <a:bodyPr/>
          <a:lstStyle/>
          <a:p>
            <a:r>
              <a:rPr lang="en-US" altLang="ja-JP" dirty="0"/>
              <a:t>Google</a:t>
            </a:r>
            <a:r>
              <a:rPr lang="ja-JP" altLang="en-US" dirty="0"/>
              <a:t>が提供する無料のクラウドベースの開発環境</a:t>
            </a:r>
            <a:endParaRPr lang="ja-JP" altLang="en-US" dirty="0">
              <a:solidFill>
                <a:srgbClr val="EEF0FF"/>
              </a:solidFill>
              <a:latin typeface="Arial" panose="020B0604020202020204" pitchFamily="34" charset="0"/>
            </a:endParaRPr>
          </a:p>
          <a:p>
            <a:pPr lvl="1"/>
            <a:r>
              <a:rPr lang="ja-JP" altLang="en-US" dirty="0"/>
              <a:t>とりあえずは</a:t>
            </a:r>
            <a:r>
              <a:rPr lang="en-US" altLang="ja-JP" dirty="0"/>
              <a:t>『</a:t>
            </a:r>
            <a:r>
              <a:rPr lang="ja-JP" altLang="en-US" dirty="0"/>
              <a:t>ブラウザ上で動く</a:t>
            </a:r>
            <a:r>
              <a:rPr lang="en-US" altLang="ja-JP" dirty="0"/>
              <a:t>Python』</a:t>
            </a:r>
            <a:r>
              <a:rPr lang="ja-JP" altLang="en-US" dirty="0"/>
              <a:t>との理解で</a:t>
            </a:r>
            <a:r>
              <a:rPr lang="en-US" altLang="ja-JP" dirty="0"/>
              <a:t>OK</a:t>
            </a:r>
            <a:r>
              <a:rPr lang="ja-JP" altLang="en-US" dirty="0"/>
              <a:t>です</a:t>
            </a:r>
            <a:endParaRPr lang="en-US" altLang="ja-JP" dirty="0"/>
          </a:p>
          <a:p>
            <a:r>
              <a:rPr lang="ja-JP" altLang="en-US" dirty="0"/>
              <a:t>ノート</a:t>
            </a:r>
            <a:r>
              <a:rPr lang="en-US" altLang="ja-JP" dirty="0"/>
              <a:t>×</a:t>
            </a:r>
            <a:r>
              <a:rPr lang="ja-JP" altLang="en-US" dirty="0"/>
              <a:t>コード</a:t>
            </a:r>
          </a:p>
          <a:p>
            <a:pPr lvl="1"/>
            <a:r>
              <a:rPr lang="en-US" altLang="ja-JP" dirty="0"/>
              <a:t>Python</a:t>
            </a:r>
            <a:r>
              <a:rPr lang="ja-JP" altLang="en-US" dirty="0"/>
              <a:t>コードが書けます</a:t>
            </a:r>
          </a:p>
          <a:p>
            <a:pPr lvl="1"/>
            <a:r>
              <a:rPr lang="ja-JP" altLang="en-US" dirty="0"/>
              <a:t>実行結果が見られます</a:t>
            </a:r>
          </a:p>
          <a:p>
            <a:pPr lvl="1"/>
            <a:r>
              <a:rPr lang="ja-JP" altLang="en-US" dirty="0"/>
              <a:t>説明文書が書けます</a:t>
            </a:r>
            <a:endParaRPr lang="en-US" altLang="ja-JP" dirty="0"/>
          </a:p>
          <a:p>
            <a:pPr lvl="1"/>
            <a:r>
              <a:rPr lang="ja-JP" altLang="en-US" dirty="0"/>
              <a:t>誰かと共有できます</a:t>
            </a:r>
          </a:p>
          <a:p>
            <a:pPr lvl="1"/>
            <a:r>
              <a:rPr lang="ja-JP" altLang="en-US" dirty="0"/>
              <a:t>様々な外部ライブラリが使えます</a:t>
            </a:r>
          </a:p>
          <a:p>
            <a:pPr lvl="1"/>
            <a:r>
              <a:rPr lang="ja-JP" altLang="en-US" dirty="0"/>
              <a:t>課金すれば強力な</a:t>
            </a:r>
            <a:r>
              <a:rPr lang="en-US" altLang="ja-JP" dirty="0"/>
              <a:t>GPU</a:t>
            </a:r>
            <a:r>
              <a:rPr lang="ja-JP" altLang="en-US" dirty="0"/>
              <a:t>も使えます</a:t>
            </a:r>
          </a:p>
          <a:p>
            <a:pPr lvl="1"/>
            <a:endParaRPr lang="en-US" altLang="ja-JP" dirty="0"/>
          </a:p>
        </p:txBody>
      </p:sp>
      <p:sp>
        <p:nvSpPr>
          <p:cNvPr id="4" name="日付プレースホルダー 3">
            <a:extLst>
              <a:ext uri="{FF2B5EF4-FFF2-40B4-BE49-F238E27FC236}">
                <a16:creationId xmlns:a16="http://schemas.microsoft.com/office/drawing/2014/main" id="{63BCA03C-BA85-FB32-F82C-C8D87AB572A9}"/>
              </a:ext>
            </a:extLst>
          </p:cNvPr>
          <p:cNvSpPr>
            <a:spLocks noGrp="1"/>
          </p:cNvSpPr>
          <p:nvPr>
            <p:ph type="dt" sz="half" idx="10"/>
          </p:nvPr>
        </p:nvSpPr>
        <p:spPr/>
        <p:txBody>
          <a:bodyPr/>
          <a:lstStyle/>
          <a:p>
            <a:r>
              <a:rPr lang="en-US" altLang="ja-JP"/>
              <a:t>Day1</a:t>
            </a:r>
            <a:endParaRPr lang="ja-JP" altLang="en-US" dirty="0"/>
          </a:p>
        </p:txBody>
      </p:sp>
      <p:sp>
        <p:nvSpPr>
          <p:cNvPr id="6" name="スライド番号プレースホルダー 5">
            <a:extLst>
              <a:ext uri="{FF2B5EF4-FFF2-40B4-BE49-F238E27FC236}">
                <a16:creationId xmlns:a16="http://schemas.microsoft.com/office/drawing/2014/main" id="{05AA9DE0-12D4-DC0A-AF97-8191A6B93321}"/>
              </a:ext>
            </a:extLst>
          </p:cNvPr>
          <p:cNvSpPr>
            <a:spLocks noGrp="1"/>
          </p:cNvSpPr>
          <p:nvPr>
            <p:ph type="sldNum" sz="quarter" idx="12"/>
          </p:nvPr>
        </p:nvSpPr>
        <p:spPr/>
        <p:txBody>
          <a:bodyPr/>
          <a:lstStyle/>
          <a:p>
            <a:fld id="{B4DA0251-0B3B-4C1C-96DC-5D2833458AB2}" type="slidenum">
              <a:rPr lang="ja-JP" altLang="en-US" smtClean="0"/>
              <a:pPr/>
              <a:t>7</a:t>
            </a:fld>
            <a:endParaRPr lang="ja-JP" altLang="en-US" dirty="0"/>
          </a:p>
        </p:txBody>
      </p:sp>
      <p:pic>
        <p:nvPicPr>
          <p:cNvPr id="10" name="図 9">
            <a:extLst>
              <a:ext uri="{FF2B5EF4-FFF2-40B4-BE49-F238E27FC236}">
                <a16:creationId xmlns:a16="http://schemas.microsoft.com/office/drawing/2014/main" id="{AFEA4B46-9AA4-9092-73F0-64C3A88D3876}"/>
              </a:ext>
            </a:extLst>
          </p:cNvPr>
          <p:cNvPicPr>
            <a:picLocks noChangeAspect="1"/>
          </p:cNvPicPr>
          <p:nvPr/>
        </p:nvPicPr>
        <p:blipFill>
          <a:blip r:embed="rId2"/>
          <a:stretch>
            <a:fillRect/>
          </a:stretch>
        </p:blipFill>
        <p:spPr>
          <a:xfrm>
            <a:off x="7468699" y="2794518"/>
            <a:ext cx="3609301" cy="3834882"/>
          </a:xfrm>
          <a:prstGeom prst="rect">
            <a:avLst/>
          </a:prstGeom>
        </p:spPr>
      </p:pic>
      <p:sp>
        <p:nvSpPr>
          <p:cNvPr id="12" name="楕円 11">
            <a:extLst>
              <a:ext uri="{FF2B5EF4-FFF2-40B4-BE49-F238E27FC236}">
                <a16:creationId xmlns:a16="http://schemas.microsoft.com/office/drawing/2014/main" id="{BFC13A75-0365-BB62-EF1A-D94ACD9BB157}"/>
              </a:ext>
            </a:extLst>
          </p:cNvPr>
          <p:cNvSpPr/>
          <p:nvPr/>
        </p:nvSpPr>
        <p:spPr>
          <a:xfrm>
            <a:off x="9965094" y="3668145"/>
            <a:ext cx="1929881" cy="401217"/>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ja-JP" altLang="en-US" dirty="0"/>
              <a:t>ノート</a:t>
            </a:r>
            <a:endParaRPr kumimoji="1" lang="ja-JP" altLang="en-US" dirty="0"/>
          </a:p>
        </p:txBody>
      </p:sp>
      <p:sp>
        <p:nvSpPr>
          <p:cNvPr id="13" name="楕円 12">
            <a:extLst>
              <a:ext uri="{FF2B5EF4-FFF2-40B4-BE49-F238E27FC236}">
                <a16:creationId xmlns:a16="http://schemas.microsoft.com/office/drawing/2014/main" id="{801F0BA3-DC70-2AD1-116E-803E8FB31C31}"/>
              </a:ext>
            </a:extLst>
          </p:cNvPr>
          <p:cNvSpPr/>
          <p:nvPr/>
        </p:nvSpPr>
        <p:spPr>
          <a:xfrm>
            <a:off x="9965094" y="4559219"/>
            <a:ext cx="1929881" cy="401217"/>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ja-JP" altLang="en-US" dirty="0"/>
              <a:t>コード</a:t>
            </a:r>
            <a:endParaRPr kumimoji="1" lang="ja-JP" altLang="en-US" dirty="0"/>
          </a:p>
        </p:txBody>
      </p:sp>
      <p:sp>
        <p:nvSpPr>
          <p:cNvPr id="14" name="楕円 13">
            <a:extLst>
              <a:ext uri="{FF2B5EF4-FFF2-40B4-BE49-F238E27FC236}">
                <a16:creationId xmlns:a16="http://schemas.microsoft.com/office/drawing/2014/main" id="{93830998-BD41-B291-4201-141303B74796}"/>
              </a:ext>
            </a:extLst>
          </p:cNvPr>
          <p:cNvSpPr/>
          <p:nvPr/>
        </p:nvSpPr>
        <p:spPr>
          <a:xfrm>
            <a:off x="9965094" y="5834063"/>
            <a:ext cx="1929881" cy="401217"/>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ja-JP" altLang="en-US" dirty="0"/>
              <a:t>実行結果</a:t>
            </a:r>
            <a:endParaRPr kumimoji="1" lang="ja-JP" altLang="en-US" dirty="0"/>
          </a:p>
        </p:txBody>
      </p:sp>
    </p:spTree>
    <p:extLst>
      <p:ext uri="{BB962C8B-B14F-4D97-AF65-F5344CB8AC3E}">
        <p14:creationId xmlns:p14="http://schemas.microsoft.com/office/powerpoint/2010/main" val="3796326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AC2AF4C7-54CB-90B2-9CEA-2E9965A72139}"/>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725955B2-F5A5-FAD5-4B18-2043DFCF5A27}"/>
              </a:ext>
            </a:extLst>
          </p:cNvPr>
          <p:cNvSpPr>
            <a:spLocks noGrp="1"/>
          </p:cNvSpPr>
          <p:nvPr>
            <p:ph type="title"/>
          </p:nvPr>
        </p:nvSpPr>
        <p:spPr/>
        <p:txBody>
          <a:bodyPr/>
          <a:lstStyle/>
          <a:p>
            <a:r>
              <a:rPr kumimoji="1" lang="en-US" altLang="ja-JP" dirty="0" err="1"/>
              <a:t>Colab</a:t>
            </a:r>
            <a:r>
              <a:rPr kumimoji="1" lang="ja-JP" altLang="en-US" dirty="0"/>
              <a:t>を使ってみよう</a:t>
            </a:r>
          </a:p>
        </p:txBody>
      </p:sp>
      <p:sp>
        <p:nvSpPr>
          <p:cNvPr id="4" name="コンテンツ プレースホルダー 3">
            <a:extLst>
              <a:ext uri="{FF2B5EF4-FFF2-40B4-BE49-F238E27FC236}">
                <a16:creationId xmlns:a16="http://schemas.microsoft.com/office/drawing/2014/main" id="{C2A17A36-3DBF-D8E7-3AD9-EA7555D17657}"/>
              </a:ext>
            </a:extLst>
          </p:cNvPr>
          <p:cNvSpPr>
            <a:spLocks noGrp="1"/>
          </p:cNvSpPr>
          <p:nvPr>
            <p:ph idx="1"/>
          </p:nvPr>
        </p:nvSpPr>
        <p:spPr/>
        <p:txBody>
          <a:bodyPr/>
          <a:lstStyle/>
          <a:p>
            <a:r>
              <a:rPr kumimoji="1" lang="ja-JP" altLang="en-US" dirty="0"/>
              <a:t>以下の</a:t>
            </a:r>
            <a:r>
              <a:rPr kumimoji="1" lang="en-US" altLang="ja-JP" dirty="0"/>
              <a:t>URL</a:t>
            </a:r>
            <a:r>
              <a:rPr kumimoji="1" lang="ja-JP" altLang="en-US" dirty="0"/>
              <a:t>にアクセスしてください。</a:t>
            </a:r>
            <a:endParaRPr kumimoji="1" lang="en-US" altLang="ja-JP" dirty="0"/>
          </a:p>
          <a:p>
            <a:pPr lvl="1"/>
            <a:r>
              <a:rPr kumimoji="1" lang="en-US" altLang="ja-JP" dirty="0">
                <a:hlinkClick r:id="rId2"/>
              </a:rPr>
              <a:t>https://colab.research.google.com/</a:t>
            </a:r>
            <a:endParaRPr kumimoji="1" lang="en-US" altLang="ja-JP" dirty="0"/>
          </a:p>
          <a:p>
            <a:r>
              <a:rPr kumimoji="1" lang="en-US" altLang="ja-JP" dirty="0"/>
              <a:t>[</a:t>
            </a:r>
            <a:r>
              <a:rPr kumimoji="1" lang="ja-JP" altLang="en-US" dirty="0"/>
              <a:t>ノートブックを新規作成</a:t>
            </a:r>
            <a:r>
              <a:rPr kumimoji="1" lang="en-US" altLang="ja-JP" dirty="0"/>
              <a:t>]</a:t>
            </a:r>
            <a:r>
              <a:rPr kumimoji="1" lang="ja-JP" altLang="en-US" dirty="0"/>
              <a:t>してください。</a:t>
            </a:r>
            <a:endParaRPr kumimoji="1" lang="en-US" altLang="ja-JP" dirty="0"/>
          </a:p>
          <a:p>
            <a:r>
              <a:rPr kumimoji="1" lang="ja-JP" altLang="en-US" dirty="0"/>
              <a:t>空のノートブックが作成されます</a:t>
            </a:r>
          </a:p>
          <a:p>
            <a:pPr lvl="1"/>
            <a:r>
              <a:rPr lang="ja-JP" altLang="en-US" dirty="0"/>
              <a:t>空コードブロックが一つだけあります</a:t>
            </a:r>
            <a:endParaRPr kumimoji="1" lang="en-US" altLang="ja-JP" dirty="0"/>
          </a:p>
          <a:p>
            <a:r>
              <a:rPr kumimoji="1" lang="ja-JP" altLang="en-US" dirty="0"/>
              <a:t>コードブロックの下端をポイント</a:t>
            </a:r>
          </a:p>
          <a:p>
            <a:pPr lvl="1"/>
            <a:r>
              <a:rPr kumimoji="1" lang="en-US" altLang="ja-JP" dirty="0"/>
              <a:t>[</a:t>
            </a:r>
            <a:r>
              <a:rPr kumimoji="1" lang="ja-JP" altLang="en-US" dirty="0"/>
              <a:t>コード</a:t>
            </a:r>
            <a:r>
              <a:rPr kumimoji="1" lang="en-US" altLang="ja-JP" dirty="0"/>
              <a:t>or</a:t>
            </a:r>
            <a:r>
              <a:rPr kumimoji="1" lang="ja-JP" altLang="en-US" dirty="0"/>
              <a:t>テキスト</a:t>
            </a:r>
            <a:r>
              <a:rPr kumimoji="1" lang="en-US" altLang="ja-JP" dirty="0"/>
              <a:t>]</a:t>
            </a:r>
            <a:r>
              <a:rPr kumimoji="1" lang="ja-JP" altLang="en-US" dirty="0"/>
              <a:t>ブロックを追加可能</a:t>
            </a:r>
          </a:p>
        </p:txBody>
      </p:sp>
      <p:sp>
        <p:nvSpPr>
          <p:cNvPr id="5" name="日付プレースホルダー 4">
            <a:extLst>
              <a:ext uri="{FF2B5EF4-FFF2-40B4-BE49-F238E27FC236}">
                <a16:creationId xmlns:a16="http://schemas.microsoft.com/office/drawing/2014/main" id="{34C54B48-0F92-56F9-EFBA-CEEC27AB4D5E}"/>
              </a:ext>
            </a:extLst>
          </p:cNvPr>
          <p:cNvSpPr>
            <a:spLocks noGrp="1"/>
          </p:cNvSpPr>
          <p:nvPr>
            <p:ph type="dt" sz="half" idx="10"/>
          </p:nvPr>
        </p:nvSpPr>
        <p:spPr/>
        <p:txBody>
          <a:bodyPr/>
          <a:lstStyle/>
          <a:p>
            <a:r>
              <a:rPr kumimoji="1" lang="en-US" altLang="ja-JP"/>
              <a:t>Day1</a:t>
            </a:r>
            <a:endParaRPr kumimoji="1" lang="ja-JP" altLang="en-US"/>
          </a:p>
        </p:txBody>
      </p:sp>
      <p:sp>
        <p:nvSpPr>
          <p:cNvPr id="6" name="スライド番号プレースホルダー 5">
            <a:extLst>
              <a:ext uri="{FF2B5EF4-FFF2-40B4-BE49-F238E27FC236}">
                <a16:creationId xmlns:a16="http://schemas.microsoft.com/office/drawing/2014/main" id="{0488B5EA-4A94-5FC6-2A29-A1AA35DC36B5}"/>
              </a:ext>
            </a:extLst>
          </p:cNvPr>
          <p:cNvSpPr>
            <a:spLocks noGrp="1"/>
          </p:cNvSpPr>
          <p:nvPr>
            <p:ph type="sldNum" sz="quarter" idx="12"/>
          </p:nvPr>
        </p:nvSpPr>
        <p:spPr/>
        <p:txBody>
          <a:bodyPr/>
          <a:lstStyle/>
          <a:p>
            <a:fld id="{B4DA0251-0B3B-4C1C-96DC-5D2833458AB2}" type="slidenum">
              <a:rPr kumimoji="1" lang="ja-JP" altLang="en-US" smtClean="0"/>
              <a:t>8</a:t>
            </a:fld>
            <a:endParaRPr kumimoji="1" lang="ja-JP" altLang="en-US"/>
          </a:p>
        </p:txBody>
      </p:sp>
      <p:pic>
        <p:nvPicPr>
          <p:cNvPr id="8" name="図 7">
            <a:extLst>
              <a:ext uri="{FF2B5EF4-FFF2-40B4-BE49-F238E27FC236}">
                <a16:creationId xmlns:a16="http://schemas.microsoft.com/office/drawing/2014/main" id="{6E4F6EAC-90F4-CCBD-5E1F-65423DD96FC7}"/>
              </a:ext>
            </a:extLst>
          </p:cNvPr>
          <p:cNvPicPr>
            <a:picLocks noChangeAspect="1"/>
          </p:cNvPicPr>
          <p:nvPr/>
        </p:nvPicPr>
        <p:blipFill>
          <a:blip r:embed="rId3"/>
          <a:stretch>
            <a:fillRect/>
          </a:stretch>
        </p:blipFill>
        <p:spPr>
          <a:xfrm>
            <a:off x="8145625" y="2506661"/>
            <a:ext cx="3953069" cy="4200136"/>
          </a:xfrm>
          <a:prstGeom prst="rect">
            <a:avLst/>
          </a:prstGeom>
        </p:spPr>
      </p:pic>
    </p:spTree>
    <p:extLst>
      <p:ext uri="{BB962C8B-B14F-4D97-AF65-F5344CB8AC3E}">
        <p14:creationId xmlns:p14="http://schemas.microsoft.com/office/powerpoint/2010/main" val="396106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F049A37-DB19-04EF-77CE-599A4BD884FC}"/>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99186DDD-13EF-5104-9256-E88BCD39882A}"/>
              </a:ext>
            </a:extLst>
          </p:cNvPr>
          <p:cNvSpPr>
            <a:spLocks noGrp="1"/>
          </p:cNvSpPr>
          <p:nvPr>
            <p:ph type="title"/>
          </p:nvPr>
        </p:nvSpPr>
        <p:spPr/>
        <p:txBody>
          <a:bodyPr/>
          <a:lstStyle/>
          <a:p>
            <a:r>
              <a:rPr kumimoji="1" lang="en-US" altLang="ja-JP" dirty="0"/>
              <a:t>Hello World</a:t>
            </a:r>
            <a:endParaRPr kumimoji="1" lang="ja-JP" altLang="en-US" dirty="0"/>
          </a:p>
        </p:txBody>
      </p:sp>
      <p:sp>
        <p:nvSpPr>
          <p:cNvPr id="8" name="コンテンツ プレースホルダー 7">
            <a:extLst>
              <a:ext uri="{FF2B5EF4-FFF2-40B4-BE49-F238E27FC236}">
                <a16:creationId xmlns:a16="http://schemas.microsoft.com/office/drawing/2014/main" id="{90E7A741-C497-A31A-EFAA-359EC0DA2E0B}"/>
              </a:ext>
            </a:extLst>
          </p:cNvPr>
          <p:cNvSpPr>
            <a:spLocks noGrp="1"/>
          </p:cNvSpPr>
          <p:nvPr>
            <p:ph idx="1"/>
          </p:nvPr>
        </p:nvSpPr>
        <p:spPr/>
        <p:txBody>
          <a:bodyPr/>
          <a:lstStyle/>
          <a:p>
            <a:r>
              <a:rPr lang="ja-JP" altLang="en-US" dirty="0"/>
              <a:t>コードブロックにお約束のプログラムを作ってみよう</a:t>
            </a:r>
          </a:p>
          <a:p>
            <a:endParaRPr lang="ja-JP" altLang="en-US" dirty="0"/>
          </a:p>
          <a:p>
            <a:r>
              <a:rPr lang="ja-JP" altLang="en-US" dirty="0"/>
              <a:t>実行する</a:t>
            </a:r>
            <a:endParaRPr lang="en-US" altLang="ja-JP" dirty="0"/>
          </a:p>
          <a:p>
            <a:pPr lvl="1"/>
            <a:r>
              <a:rPr lang="ja-JP" altLang="en-US" dirty="0"/>
              <a:t>ブロックの左にある▶️ボタンか</a:t>
            </a:r>
            <a:r>
              <a:rPr lang="en-US" altLang="ja-JP" dirty="0"/>
              <a:t>[Ctrl/⌘]+[Enter]</a:t>
            </a:r>
          </a:p>
          <a:p>
            <a:r>
              <a:rPr lang="ja-JP" altLang="en-US" dirty="0"/>
              <a:t>結果を得る</a:t>
            </a:r>
          </a:p>
          <a:p>
            <a:endParaRPr lang="ja-JP" altLang="en-US" dirty="0"/>
          </a:p>
        </p:txBody>
      </p:sp>
      <p:sp>
        <p:nvSpPr>
          <p:cNvPr id="5" name="日付プレースホルダー 4">
            <a:extLst>
              <a:ext uri="{FF2B5EF4-FFF2-40B4-BE49-F238E27FC236}">
                <a16:creationId xmlns:a16="http://schemas.microsoft.com/office/drawing/2014/main" id="{B681B4C4-C17C-0CCD-FA92-60849FB9B8D5}"/>
              </a:ext>
            </a:extLst>
          </p:cNvPr>
          <p:cNvSpPr>
            <a:spLocks noGrp="1"/>
          </p:cNvSpPr>
          <p:nvPr>
            <p:ph type="dt" sz="half" idx="10"/>
          </p:nvPr>
        </p:nvSpPr>
        <p:spPr/>
        <p:txBody>
          <a:bodyPr/>
          <a:lstStyle/>
          <a:p>
            <a:r>
              <a:rPr kumimoji="1" lang="en-US" altLang="ja-JP"/>
              <a:t>Day1</a:t>
            </a:r>
            <a:endParaRPr kumimoji="1" lang="ja-JP" altLang="en-US"/>
          </a:p>
        </p:txBody>
      </p:sp>
      <p:sp>
        <p:nvSpPr>
          <p:cNvPr id="6" name="スライド番号プレースホルダー 5">
            <a:extLst>
              <a:ext uri="{FF2B5EF4-FFF2-40B4-BE49-F238E27FC236}">
                <a16:creationId xmlns:a16="http://schemas.microsoft.com/office/drawing/2014/main" id="{1461044F-6AA9-D633-F931-1C967C5F9F0C}"/>
              </a:ext>
            </a:extLst>
          </p:cNvPr>
          <p:cNvSpPr>
            <a:spLocks noGrp="1"/>
          </p:cNvSpPr>
          <p:nvPr>
            <p:ph type="sldNum" sz="quarter" idx="12"/>
          </p:nvPr>
        </p:nvSpPr>
        <p:spPr/>
        <p:txBody>
          <a:bodyPr/>
          <a:lstStyle/>
          <a:p>
            <a:fld id="{B4DA0251-0B3B-4C1C-96DC-5D2833458AB2}" type="slidenum">
              <a:rPr kumimoji="1" lang="ja-JP" altLang="en-US" smtClean="0"/>
              <a:t>9</a:t>
            </a:fld>
            <a:endParaRPr kumimoji="1" lang="ja-JP" altLang="en-US"/>
          </a:p>
        </p:txBody>
      </p:sp>
      <p:sp>
        <p:nvSpPr>
          <p:cNvPr id="7" name="テキスト ボックス 6">
            <a:extLst>
              <a:ext uri="{FF2B5EF4-FFF2-40B4-BE49-F238E27FC236}">
                <a16:creationId xmlns:a16="http://schemas.microsoft.com/office/drawing/2014/main" id="{73F94F21-9A29-5C9E-D918-96312D1D2DC6}"/>
              </a:ext>
            </a:extLst>
          </p:cNvPr>
          <p:cNvSpPr txBox="1"/>
          <p:nvPr/>
        </p:nvSpPr>
        <p:spPr>
          <a:xfrm>
            <a:off x="1355270" y="2349585"/>
            <a:ext cx="9998529" cy="412137"/>
          </a:xfrm>
          <a:prstGeom prst="rect">
            <a:avLst/>
          </a:prstGeom>
        </p:spPr>
        <p:style>
          <a:lnRef idx="0">
            <a:schemeClr val="accent3"/>
          </a:lnRef>
          <a:fillRef idx="3">
            <a:schemeClr val="accent3"/>
          </a:fillRef>
          <a:effectRef idx="3">
            <a:schemeClr val="accent3"/>
          </a:effectRef>
          <a:fontRef idx="minor">
            <a:schemeClr val="lt1"/>
          </a:fontRef>
        </p:style>
        <p:txBody>
          <a:bodyPr wrap="square" tIns="108000" bIns="108000" rtlCol="0">
            <a:spAutoFit/>
          </a:bodyPr>
          <a:lstStyle/>
          <a:p>
            <a:pPr>
              <a:lnSpc>
                <a:spcPts val="1425"/>
              </a:lnSpc>
            </a:pPr>
            <a:r>
              <a:rPr lang="en-US" altLang="ja-JP" b="0" dirty="0">
                <a:solidFill>
                  <a:schemeClr val="tx2"/>
                </a:solidFill>
                <a:effectLst/>
                <a:latin typeface="Consolas" panose="020B0609020204030204" pitchFamily="49" charset="0"/>
              </a:rPr>
              <a:t>print("Hello World!")</a:t>
            </a:r>
          </a:p>
        </p:txBody>
      </p:sp>
      <p:sp>
        <p:nvSpPr>
          <p:cNvPr id="9" name="テキスト ボックス 8">
            <a:extLst>
              <a:ext uri="{FF2B5EF4-FFF2-40B4-BE49-F238E27FC236}">
                <a16:creationId xmlns:a16="http://schemas.microsoft.com/office/drawing/2014/main" id="{33C0091D-4896-6176-0B64-9033DFE0C13B}"/>
              </a:ext>
            </a:extLst>
          </p:cNvPr>
          <p:cNvSpPr txBox="1"/>
          <p:nvPr/>
        </p:nvSpPr>
        <p:spPr>
          <a:xfrm>
            <a:off x="1355270" y="4307050"/>
            <a:ext cx="9998529" cy="412137"/>
          </a:xfrm>
          <a:prstGeom prst="rect">
            <a:avLst/>
          </a:prstGeom>
        </p:spPr>
        <p:style>
          <a:lnRef idx="1">
            <a:schemeClr val="dk1"/>
          </a:lnRef>
          <a:fillRef idx="2">
            <a:schemeClr val="dk1"/>
          </a:fillRef>
          <a:effectRef idx="1">
            <a:schemeClr val="dk1"/>
          </a:effectRef>
          <a:fontRef idx="minor">
            <a:schemeClr val="dk1"/>
          </a:fontRef>
        </p:style>
        <p:txBody>
          <a:bodyPr wrap="square" tIns="108000" bIns="108000" rtlCol="0">
            <a:spAutoFit/>
          </a:bodyPr>
          <a:lstStyle/>
          <a:p>
            <a:pPr>
              <a:lnSpc>
                <a:spcPts val="1425"/>
              </a:lnSpc>
            </a:pPr>
            <a:r>
              <a:rPr lang="en-US" altLang="ja-JP" b="0" dirty="0">
                <a:solidFill>
                  <a:schemeClr val="tx1"/>
                </a:solidFill>
                <a:effectLst/>
                <a:latin typeface="Consolas" panose="020B0609020204030204" pitchFamily="49" charset="0"/>
              </a:rPr>
              <a:t>Hello World!</a:t>
            </a:r>
          </a:p>
        </p:txBody>
      </p:sp>
    </p:spTree>
    <p:extLst>
      <p:ext uri="{BB962C8B-B14F-4D97-AF65-F5344CB8AC3E}">
        <p14:creationId xmlns:p14="http://schemas.microsoft.com/office/powerpoint/2010/main" val="4081018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708E4A2-D828-6F97-FA1E-A818BAA3EFEE}"/>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19591CFB-FEB1-5E79-F83B-D38EBF1465FD}"/>
              </a:ext>
            </a:extLst>
          </p:cNvPr>
          <p:cNvSpPr>
            <a:spLocks noGrp="1"/>
          </p:cNvSpPr>
          <p:nvPr>
            <p:ph type="title"/>
          </p:nvPr>
        </p:nvSpPr>
        <p:spPr/>
        <p:txBody>
          <a:bodyPr/>
          <a:lstStyle/>
          <a:p>
            <a:r>
              <a:rPr lang="en-US" altLang="ja-JP" dirty="0"/>
              <a:t>Hello World [</a:t>
            </a:r>
            <a:r>
              <a:rPr lang="ja-JP" altLang="en-US" dirty="0"/>
              <a:t>改</a:t>
            </a:r>
            <a:r>
              <a:rPr lang="en-US" altLang="ja-JP" dirty="0"/>
              <a:t>]</a:t>
            </a:r>
            <a:endParaRPr kumimoji="1" lang="ja-JP" altLang="en-US" dirty="0"/>
          </a:p>
        </p:txBody>
      </p:sp>
      <p:sp>
        <p:nvSpPr>
          <p:cNvPr id="4" name="コンテンツ プレースホルダー 3">
            <a:extLst>
              <a:ext uri="{FF2B5EF4-FFF2-40B4-BE49-F238E27FC236}">
                <a16:creationId xmlns:a16="http://schemas.microsoft.com/office/drawing/2014/main" id="{F03D1BED-1DC3-6104-4290-AB13C22B6D11}"/>
              </a:ext>
            </a:extLst>
          </p:cNvPr>
          <p:cNvSpPr>
            <a:spLocks noGrp="1"/>
          </p:cNvSpPr>
          <p:nvPr>
            <p:ph idx="1"/>
          </p:nvPr>
        </p:nvSpPr>
        <p:spPr/>
        <p:txBody>
          <a:bodyPr/>
          <a:lstStyle/>
          <a:p>
            <a:r>
              <a:rPr kumimoji="1" lang="ja-JP" altLang="en-US" dirty="0"/>
              <a:t>フォームを作ってみる</a:t>
            </a:r>
          </a:p>
          <a:p>
            <a:r>
              <a:rPr lang="ja-JP" altLang="en-US" dirty="0"/>
              <a:t>コードブロックのメニューから</a:t>
            </a:r>
            <a:r>
              <a:rPr lang="en-US" altLang="ja-JP" dirty="0"/>
              <a:t>[</a:t>
            </a:r>
            <a:r>
              <a:rPr lang="ja-JP" altLang="en-US" dirty="0"/>
              <a:t>フォームの追加</a:t>
            </a:r>
            <a:r>
              <a:rPr lang="en-US" altLang="ja-JP" dirty="0"/>
              <a:t>]</a:t>
            </a:r>
            <a:r>
              <a:rPr lang="ja-JP" altLang="en-US" dirty="0"/>
              <a:t>を選ぶ</a:t>
            </a:r>
            <a:endParaRPr lang="en-US" altLang="ja-JP" dirty="0"/>
          </a:p>
          <a:p>
            <a:pPr marL="0" indent="0">
              <a:buNone/>
            </a:pPr>
            <a:r>
              <a:rPr lang="ja-JP" altLang="en-US" sz="8000" dirty="0"/>
              <a:t>　</a:t>
            </a:r>
            <a:r>
              <a:rPr lang="en-US" altLang="ja-JP" dirty="0"/>
              <a:t>	</a:t>
            </a:r>
          </a:p>
          <a:p>
            <a:r>
              <a:rPr kumimoji="1" lang="ja-JP" altLang="en-US" dirty="0"/>
              <a:t>さらにメニューから</a:t>
            </a:r>
            <a:r>
              <a:rPr kumimoji="1" lang="en-US" altLang="ja-JP" dirty="0"/>
              <a:t>[</a:t>
            </a:r>
            <a:r>
              <a:rPr kumimoji="1" lang="ja-JP" altLang="en-US" dirty="0"/>
              <a:t>フォーム</a:t>
            </a:r>
            <a:r>
              <a:rPr kumimoji="1" lang="en-US" altLang="ja-JP" dirty="0"/>
              <a:t>]-[</a:t>
            </a:r>
            <a:r>
              <a:rPr kumimoji="1" lang="ja-JP" altLang="en-US" dirty="0"/>
              <a:t>フォーム項目の追加</a:t>
            </a:r>
            <a:r>
              <a:rPr kumimoji="1" lang="en-US" altLang="ja-JP" dirty="0"/>
              <a:t>]</a:t>
            </a:r>
            <a:r>
              <a:rPr kumimoji="1" lang="ja-JP" altLang="en-US" dirty="0"/>
              <a:t>を選ぶ</a:t>
            </a:r>
            <a:endParaRPr kumimoji="1" lang="en-US" altLang="ja-JP" dirty="0"/>
          </a:p>
          <a:p>
            <a:pPr lvl="1"/>
            <a:r>
              <a:rPr kumimoji="1" lang="ja-JP" altLang="en-US" dirty="0"/>
              <a:t>フォームの種類やバインドされる変数名の定義等を行い</a:t>
            </a:r>
            <a:r>
              <a:rPr kumimoji="1" lang="en-US" altLang="ja-JP" dirty="0"/>
              <a:t>[</a:t>
            </a:r>
            <a:r>
              <a:rPr kumimoji="1" lang="ja-JP" altLang="en-US" dirty="0"/>
              <a:t>保存</a:t>
            </a:r>
            <a:r>
              <a:rPr kumimoji="1" lang="en-US" altLang="ja-JP" dirty="0"/>
              <a:t>]</a:t>
            </a:r>
          </a:p>
          <a:p>
            <a:pPr lvl="1"/>
            <a:r>
              <a:rPr lang="ja-JP" altLang="en-US" dirty="0"/>
              <a:t>例えば</a:t>
            </a:r>
            <a:r>
              <a:rPr lang="en-US" altLang="ja-JP" dirty="0"/>
              <a:t>input</a:t>
            </a:r>
            <a:r>
              <a:rPr lang="ja-JP" altLang="en-US" dirty="0"/>
              <a:t>の</a:t>
            </a:r>
            <a:r>
              <a:rPr lang="en-US" altLang="ja-JP" dirty="0"/>
              <a:t>string</a:t>
            </a:r>
            <a:r>
              <a:rPr lang="ja-JP" altLang="en-US" dirty="0"/>
              <a:t>で変数が</a:t>
            </a:r>
            <a:r>
              <a:rPr lang="en-US" altLang="ja-JP" dirty="0" err="1"/>
              <a:t>what_world</a:t>
            </a:r>
            <a:r>
              <a:rPr lang="ja-JP" altLang="en-US" dirty="0"/>
              <a:t>にバインドされるように</a:t>
            </a:r>
            <a:endParaRPr kumimoji="1" lang="ja-JP" altLang="en-US" dirty="0"/>
          </a:p>
        </p:txBody>
      </p:sp>
      <p:sp>
        <p:nvSpPr>
          <p:cNvPr id="5" name="日付プレースホルダー 4">
            <a:extLst>
              <a:ext uri="{FF2B5EF4-FFF2-40B4-BE49-F238E27FC236}">
                <a16:creationId xmlns:a16="http://schemas.microsoft.com/office/drawing/2014/main" id="{7AA89F28-7FF4-D040-092C-5777954AB0D8}"/>
              </a:ext>
            </a:extLst>
          </p:cNvPr>
          <p:cNvSpPr>
            <a:spLocks noGrp="1"/>
          </p:cNvSpPr>
          <p:nvPr>
            <p:ph type="dt" sz="half" idx="10"/>
          </p:nvPr>
        </p:nvSpPr>
        <p:spPr/>
        <p:txBody>
          <a:bodyPr/>
          <a:lstStyle/>
          <a:p>
            <a:r>
              <a:rPr kumimoji="1" lang="en-US" altLang="ja-JP"/>
              <a:t>Day1</a:t>
            </a:r>
            <a:endParaRPr kumimoji="1" lang="ja-JP" altLang="en-US"/>
          </a:p>
        </p:txBody>
      </p:sp>
      <p:sp>
        <p:nvSpPr>
          <p:cNvPr id="6" name="スライド番号プレースホルダー 5">
            <a:extLst>
              <a:ext uri="{FF2B5EF4-FFF2-40B4-BE49-F238E27FC236}">
                <a16:creationId xmlns:a16="http://schemas.microsoft.com/office/drawing/2014/main" id="{38AF20F4-8FE5-CE0B-61FA-FE5D0CDFC9DC}"/>
              </a:ext>
            </a:extLst>
          </p:cNvPr>
          <p:cNvSpPr>
            <a:spLocks noGrp="1"/>
          </p:cNvSpPr>
          <p:nvPr>
            <p:ph type="sldNum" sz="quarter" idx="12"/>
          </p:nvPr>
        </p:nvSpPr>
        <p:spPr/>
        <p:txBody>
          <a:bodyPr/>
          <a:lstStyle/>
          <a:p>
            <a:fld id="{B4DA0251-0B3B-4C1C-96DC-5D2833458AB2}" type="slidenum">
              <a:rPr kumimoji="1" lang="ja-JP" altLang="en-US" smtClean="0"/>
              <a:t>10</a:t>
            </a:fld>
            <a:endParaRPr kumimoji="1" lang="ja-JP" altLang="en-US"/>
          </a:p>
        </p:txBody>
      </p:sp>
      <p:pic>
        <p:nvPicPr>
          <p:cNvPr id="8" name="図 7">
            <a:extLst>
              <a:ext uri="{FF2B5EF4-FFF2-40B4-BE49-F238E27FC236}">
                <a16:creationId xmlns:a16="http://schemas.microsoft.com/office/drawing/2014/main" id="{EE022004-7B73-38B0-2CAA-CB4246E1336C}"/>
              </a:ext>
            </a:extLst>
          </p:cNvPr>
          <p:cNvPicPr>
            <a:picLocks noChangeAspect="1"/>
          </p:cNvPicPr>
          <p:nvPr/>
        </p:nvPicPr>
        <p:blipFill>
          <a:blip r:embed="rId2"/>
          <a:srcRect l="7122" t="26621" b="48027"/>
          <a:stretch/>
        </p:blipFill>
        <p:spPr>
          <a:xfrm>
            <a:off x="3777342" y="2875446"/>
            <a:ext cx="4637315" cy="1107107"/>
          </a:xfrm>
          <a:prstGeom prst="rect">
            <a:avLst/>
          </a:prstGeom>
        </p:spPr>
      </p:pic>
      <p:pic>
        <p:nvPicPr>
          <p:cNvPr id="10" name="図 9">
            <a:extLst>
              <a:ext uri="{FF2B5EF4-FFF2-40B4-BE49-F238E27FC236}">
                <a16:creationId xmlns:a16="http://schemas.microsoft.com/office/drawing/2014/main" id="{F92CD589-C179-BAE2-870B-C278EEC16FB1}"/>
              </a:ext>
            </a:extLst>
          </p:cNvPr>
          <p:cNvPicPr>
            <a:picLocks noChangeAspect="1"/>
          </p:cNvPicPr>
          <p:nvPr/>
        </p:nvPicPr>
        <p:blipFill>
          <a:blip r:embed="rId3"/>
          <a:srcRect l="4861" t="31429" r="18982" b="38911"/>
          <a:stretch/>
        </p:blipFill>
        <p:spPr>
          <a:xfrm>
            <a:off x="4425729" y="5422703"/>
            <a:ext cx="3857609" cy="1313999"/>
          </a:xfrm>
          <a:prstGeom prst="rect">
            <a:avLst/>
          </a:prstGeom>
        </p:spPr>
      </p:pic>
    </p:spTree>
    <p:extLst>
      <p:ext uri="{BB962C8B-B14F-4D97-AF65-F5344CB8AC3E}">
        <p14:creationId xmlns:p14="http://schemas.microsoft.com/office/powerpoint/2010/main" val="1871673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BFA43F6-9587-F470-F754-403EECA64242}"/>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8D4B3A02-E738-B784-0D38-3F136C5067B2}"/>
              </a:ext>
            </a:extLst>
          </p:cNvPr>
          <p:cNvSpPr>
            <a:spLocks noGrp="1"/>
          </p:cNvSpPr>
          <p:nvPr>
            <p:ph type="title"/>
          </p:nvPr>
        </p:nvSpPr>
        <p:spPr/>
        <p:txBody>
          <a:bodyPr/>
          <a:lstStyle/>
          <a:p>
            <a:r>
              <a:rPr lang="en-US" altLang="ja-JP" dirty="0"/>
              <a:t>Hello World [</a:t>
            </a:r>
            <a:r>
              <a:rPr lang="ja-JP" altLang="en-US" dirty="0"/>
              <a:t>改</a:t>
            </a:r>
            <a:r>
              <a:rPr lang="en-US" altLang="ja-JP" dirty="0"/>
              <a:t>]</a:t>
            </a:r>
            <a:r>
              <a:rPr lang="ja-JP" altLang="en-US" dirty="0"/>
              <a:t> つづき</a:t>
            </a:r>
            <a:endParaRPr kumimoji="1" lang="ja-JP" altLang="en-US" dirty="0"/>
          </a:p>
        </p:txBody>
      </p:sp>
      <p:sp>
        <p:nvSpPr>
          <p:cNvPr id="4" name="コンテンツ プレースホルダー 3">
            <a:extLst>
              <a:ext uri="{FF2B5EF4-FFF2-40B4-BE49-F238E27FC236}">
                <a16:creationId xmlns:a16="http://schemas.microsoft.com/office/drawing/2014/main" id="{65DD567B-EBD6-3E54-331F-472B2A027483}"/>
              </a:ext>
            </a:extLst>
          </p:cNvPr>
          <p:cNvSpPr>
            <a:spLocks noGrp="1"/>
          </p:cNvSpPr>
          <p:nvPr>
            <p:ph idx="1"/>
          </p:nvPr>
        </p:nvSpPr>
        <p:spPr/>
        <p:txBody>
          <a:bodyPr/>
          <a:lstStyle/>
          <a:p>
            <a:r>
              <a:rPr kumimoji="1" lang="ja-JP" altLang="en-US" dirty="0"/>
              <a:t>テキストフィールドに</a:t>
            </a:r>
            <a:r>
              <a:rPr kumimoji="1" lang="en-US" altLang="ja-JP" dirty="0"/>
              <a:t>World</a:t>
            </a:r>
            <a:r>
              <a:rPr kumimoji="1" lang="ja-JP" altLang="en-US" dirty="0"/>
              <a:t>を修飾する語を入れる</a:t>
            </a:r>
          </a:p>
          <a:p>
            <a:pPr lvl="1"/>
            <a:r>
              <a:rPr kumimoji="1" lang="ja-JP" altLang="en-US" dirty="0"/>
              <a:t>例「</a:t>
            </a:r>
            <a:r>
              <a:rPr kumimoji="1" lang="en-US" altLang="ja-JP" dirty="0"/>
              <a:t>Beautiful</a:t>
            </a:r>
            <a:r>
              <a:rPr kumimoji="1" lang="ja-JP" altLang="en-US" dirty="0"/>
              <a:t>」など</a:t>
            </a:r>
          </a:p>
          <a:p>
            <a:r>
              <a:rPr kumimoji="1" lang="ja-JP" altLang="en-US" dirty="0"/>
              <a:t>コードブロックを下に追加し以下のコードを入力</a:t>
            </a:r>
            <a:endParaRPr lang="ja-JP" altLang="en-US" dirty="0"/>
          </a:p>
          <a:p>
            <a:endParaRPr kumimoji="1" lang="ja-JP" altLang="en-US" dirty="0"/>
          </a:p>
          <a:p>
            <a:r>
              <a:rPr lang="ja-JP" altLang="en-US" dirty="0"/>
              <a:t>実行して結果を見る</a:t>
            </a:r>
          </a:p>
          <a:p>
            <a:pPr lvl="1"/>
            <a:r>
              <a:rPr lang="ja-JP" altLang="en-US" dirty="0"/>
              <a:t>どうなった？</a:t>
            </a:r>
          </a:p>
          <a:p>
            <a:pPr lvl="1"/>
            <a:endParaRPr lang="ja-JP" altLang="en-US" dirty="0"/>
          </a:p>
          <a:p>
            <a:r>
              <a:rPr lang="ja-JP" altLang="en-US" dirty="0"/>
              <a:t>テキストフィールドに入力した値が</a:t>
            </a:r>
            <a:r>
              <a:rPr lang="en-US" altLang="ja-JP" dirty="0" err="1"/>
              <a:t>what_world</a:t>
            </a:r>
            <a:r>
              <a:rPr lang="ja-JP" altLang="en-US" dirty="0"/>
              <a:t>という変数に割り当てられ、続くプログラムで使う事ができた。</a:t>
            </a:r>
            <a:endParaRPr lang="en-US" altLang="ja-JP" dirty="0"/>
          </a:p>
          <a:p>
            <a:endParaRPr kumimoji="1" lang="ja-JP" altLang="en-US" dirty="0"/>
          </a:p>
          <a:p>
            <a:endParaRPr lang="ja-JP" altLang="en-US" dirty="0"/>
          </a:p>
        </p:txBody>
      </p:sp>
      <p:sp>
        <p:nvSpPr>
          <p:cNvPr id="5" name="日付プレースホルダー 4">
            <a:extLst>
              <a:ext uri="{FF2B5EF4-FFF2-40B4-BE49-F238E27FC236}">
                <a16:creationId xmlns:a16="http://schemas.microsoft.com/office/drawing/2014/main" id="{FF85566C-202C-F2BB-D1F7-3DD5F81C22F5}"/>
              </a:ext>
            </a:extLst>
          </p:cNvPr>
          <p:cNvSpPr>
            <a:spLocks noGrp="1"/>
          </p:cNvSpPr>
          <p:nvPr>
            <p:ph type="dt" sz="half" idx="10"/>
          </p:nvPr>
        </p:nvSpPr>
        <p:spPr/>
        <p:txBody>
          <a:bodyPr/>
          <a:lstStyle/>
          <a:p>
            <a:r>
              <a:rPr kumimoji="1" lang="en-US" altLang="ja-JP"/>
              <a:t>Day1</a:t>
            </a:r>
            <a:endParaRPr kumimoji="1" lang="ja-JP" altLang="en-US"/>
          </a:p>
        </p:txBody>
      </p:sp>
      <p:sp>
        <p:nvSpPr>
          <p:cNvPr id="6" name="スライド番号プレースホルダー 5">
            <a:extLst>
              <a:ext uri="{FF2B5EF4-FFF2-40B4-BE49-F238E27FC236}">
                <a16:creationId xmlns:a16="http://schemas.microsoft.com/office/drawing/2014/main" id="{D9442B15-54C4-6687-6947-C21106B96C36}"/>
              </a:ext>
            </a:extLst>
          </p:cNvPr>
          <p:cNvSpPr>
            <a:spLocks noGrp="1"/>
          </p:cNvSpPr>
          <p:nvPr>
            <p:ph type="sldNum" sz="quarter" idx="12"/>
          </p:nvPr>
        </p:nvSpPr>
        <p:spPr/>
        <p:txBody>
          <a:bodyPr/>
          <a:lstStyle/>
          <a:p>
            <a:fld id="{B4DA0251-0B3B-4C1C-96DC-5D2833458AB2}" type="slidenum">
              <a:rPr kumimoji="1" lang="ja-JP" altLang="en-US" smtClean="0"/>
              <a:t>11</a:t>
            </a:fld>
            <a:endParaRPr kumimoji="1" lang="ja-JP" altLang="en-US"/>
          </a:p>
        </p:txBody>
      </p:sp>
      <p:sp>
        <p:nvSpPr>
          <p:cNvPr id="9" name="テキスト ボックス 8">
            <a:extLst>
              <a:ext uri="{FF2B5EF4-FFF2-40B4-BE49-F238E27FC236}">
                <a16:creationId xmlns:a16="http://schemas.microsoft.com/office/drawing/2014/main" id="{77611158-03F6-B564-D9FA-E9A5D3F755DA}"/>
              </a:ext>
            </a:extLst>
          </p:cNvPr>
          <p:cNvSpPr txBox="1"/>
          <p:nvPr/>
        </p:nvSpPr>
        <p:spPr>
          <a:xfrm>
            <a:off x="1224642" y="3222931"/>
            <a:ext cx="9998529" cy="412137"/>
          </a:xfrm>
          <a:prstGeom prst="rect">
            <a:avLst/>
          </a:prstGeom>
        </p:spPr>
        <p:style>
          <a:lnRef idx="0">
            <a:schemeClr val="accent3"/>
          </a:lnRef>
          <a:fillRef idx="3">
            <a:schemeClr val="accent3"/>
          </a:fillRef>
          <a:effectRef idx="3">
            <a:schemeClr val="accent3"/>
          </a:effectRef>
          <a:fontRef idx="minor">
            <a:schemeClr val="lt1"/>
          </a:fontRef>
        </p:style>
        <p:txBody>
          <a:bodyPr wrap="square" tIns="108000" bIns="108000" rtlCol="0">
            <a:spAutoFit/>
          </a:bodyPr>
          <a:lstStyle/>
          <a:p>
            <a:pPr>
              <a:lnSpc>
                <a:spcPts val="1425"/>
              </a:lnSpc>
            </a:pPr>
            <a:r>
              <a:rPr lang="en-US" altLang="ja-JP" b="0" dirty="0">
                <a:solidFill>
                  <a:schemeClr val="tx2"/>
                </a:solidFill>
                <a:effectLst/>
                <a:latin typeface="Consolas" panose="020B0609020204030204" pitchFamily="49" charset="0"/>
              </a:rPr>
              <a:t>print("Hello ” + </a:t>
            </a:r>
            <a:r>
              <a:rPr lang="en-US" altLang="ja-JP" b="0" dirty="0" err="1">
                <a:solidFill>
                  <a:schemeClr val="tx2"/>
                </a:solidFill>
                <a:effectLst/>
                <a:latin typeface="Consolas" panose="020B0609020204030204" pitchFamily="49" charset="0"/>
              </a:rPr>
              <a:t>what_world</a:t>
            </a:r>
            <a:r>
              <a:rPr lang="en-US" altLang="ja-JP" b="0" dirty="0">
                <a:solidFill>
                  <a:schemeClr val="tx2"/>
                </a:solidFill>
                <a:effectLst/>
                <a:latin typeface="Consolas" panose="020B0609020204030204" pitchFamily="49" charset="0"/>
              </a:rPr>
              <a:t> + “ World!")</a:t>
            </a:r>
          </a:p>
        </p:txBody>
      </p:sp>
      <p:sp>
        <p:nvSpPr>
          <p:cNvPr id="10" name="テキスト ボックス 9">
            <a:extLst>
              <a:ext uri="{FF2B5EF4-FFF2-40B4-BE49-F238E27FC236}">
                <a16:creationId xmlns:a16="http://schemas.microsoft.com/office/drawing/2014/main" id="{84CEBFE8-F3F5-EA53-17FD-29AFA1F1D201}"/>
              </a:ext>
            </a:extLst>
          </p:cNvPr>
          <p:cNvSpPr txBox="1"/>
          <p:nvPr/>
        </p:nvSpPr>
        <p:spPr>
          <a:xfrm>
            <a:off x="1355270" y="4620237"/>
            <a:ext cx="9998529" cy="412137"/>
          </a:xfrm>
          <a:prstGeom prst="rect">
            <a:avLst/>
          </a:prstGeom>
        </p:spPr>
        <p:style>
          <a:lnRef idx="1">
            <a:schemeClr val="dk1"/>
          </a:lnRef>
          <a:fillRef idx="2">
            <a:schemeClr val="dk1"/>
          </a:fillRef>
          <a:effectRef idx="1">
            <a:schemeClr val="dk1"/>
          </a:effectRef>
          <a:fontRef idx="minor">
            <a:schemeClr val="dk1"/>
          </a:fontRef>
        </p:style>
        <p:txBody>
          <a:bodyPr wrap="square" tIns="108000" bIns="108000" rtlCol="0">
            <a:spAutoFit/>
          </a:bodyPr>
          <a:lstStyle/>
          <a:p>
            <a:pPr>
              <a:lnSpc>
                <a:spcPts val="1425"/>
              </a:lnSpc>
            </a:pPr>
            <a:r>
              <a:rPr lang="en-US" altLang="ja-JP" b="0" dirty="0">
                <a:solidFill>
                  <a:schemeClr val="tx1"/>
                </a:solidFill>
                <a:effectLst/>
                <a:latin typeface="Consolas" panose="020B0609020204030204" pitchFamily="49" charset="0"/>
              </a:rPr>
              <a:t>Hello Beautiful World!</a:t>
            </a:r>
          </a:p>
        </p:txBody>
      </p:sp>
    </p:spTree>
    <p:extLst>
      <p:ext uri="{BB962C8B-B14F-4D97-AF65-F5344CB8AC3E}">
        <p14:creationId xmlns:p14="http://schemas.microsoft.com/office/powerpoint/2010/main" val="3265067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8A76A2B-83B7-0CDA-8A7C-0F85FC6FB5F9}"/>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D4E5DD9C-D2C6-16F8-0C06-D69CF1E4D1A8}"/>
              </a:ext>
            </a:extLst>
          </p:cNvPr>
          <p:cNvSpPr>
            <a:spLocks noGrp="1"/>
          </p:cNvSpPr>
          <p:nvPr>
            <p:ph type="title"/>
          </p:nvPr>
        </p:nvSpPr>
        <p:spPr/>
        <p:txBody>
          <a:bodyPr/>
          <a:lstStyle/>
          <a:p>
            <a:r>
              <a:rPr kumimoji="1" lang="ja-JP" altLang="en-US" dirty="0"/>
              <a:t>生成</a:t>
            </a:r>
            <a:r>
              <a:rPr kumimoji="1" lang="en-US" altLang="ja-JP" dirty="0"/>
              <a:t>AI</a:t>
            </a:r>
            <a:r>
              <a:rPr kumimoji="1" lang="ja-JP" altLang="en-US" dirty="0"/>
              <a:t>によるプログラミング</a:t>
            </a:r>
          </a:p>
        </p:txBody>
      </p:sp>
      <p:sp>
        <p:nvSpPr>
          <p:cNvPr id="4" name="コンテンツ プレースホルダー 3">
            <a:extLst>
              <a:ext uri="{FF2B5EF4-FFF2-40B4-BE49-F238E27FC236}">
                <a16:creationId xmlns:a16="http://schemas.microsoft.com/office/drawing/2014/main" id="{373F6F64-978B-812A-6A57-72B9AD9BFEF5}"/>
              </a:ext>
            </a:extLst>
          </p:cNvPr>
          <p:cNvSpPr>
            <a:spLocks noGrp="1"/>
          </p:cNvSpPr>
          <p:nvPr>
            <p:ph idx="1"/>
          </p:nvPr>
        </p:nvSpPr>
        <p:spPr/>
        <p:txBody>
          <a:bodyPr/>
          <a:lstStyle/>
          <a:p>
            <a:r>
              <a:rPr kumimoji="1" lang="ja-JP" altLang="en-US" dirty="0"/>
              <a:t>コードブロック</a:t>
            </a:r>
          </a:p>
          <a:p>
            <a:endParaRPr lang="ja-JP" altLang="en-US" dirty="0"/>
          </a:p>
          <a:p>
            <a:endParaRPr kumimoji="1" lang="ja-JP" altLang="en-US" dirty="0"/>
          </a:p>
          <a:p>
            <a:endParaRPr lang="ja-JP" altLang="en-US" dirty="0"/>
          </a:p>
          <a:p>
            <a:r>
              <a:rPr lang="en-US" altLang="ja-JP" dirty="0"/>
              <a:t>[</a:t>
            </a:r>
            <a:r>
              <a:rPr lang="ja-JP" altLang="en-US" dirty="0"/>
              <a:t>生成</a:t>
            </a:r>
            <a:r>
              <a:rPr lang="en-US" altLang="ja-JP" dirty="0"/>
              <a:t>]</a:t>
            </a:r>
            <a:r>
              <a:rPr lang="ja-JP" altLang="en-US" dirty="0"/>
              <a:t>をクリックするとテキストフィールドが表れる</a:t>
            </a:r>
            <a:endParaRPr kumimoji="1" lang="ja-JP" altLang="en-US" dirty="0"/>
          </a:p>
        </p:txBody>
      </p:sp>
      <p:sp>
        <p:nvSpPr>
          <p:cNvPr id="5" name="日付プレースホルダー 4">
            <a:extLst>
              <a:ext uri="{FF2B5EF4-FFF2-40B4-BE49-F238E27FC236}">
                <a16:creationId xmlns:a16="http://schemas.microsoft.com/office/drawing/2014/main" id="{6DA30F66-F9BC-10A5-2246-C4AF5A483DF1}"/>
              </a:ext>
            </a:extLst>
          </p:cNvPr>
          <p:cNvSpPr>
            <a:spLocks noGrp="1"/>
          </p:cNvSpPr>
          <p:nvPr>
            <p:ph type="dt" sz="half" idx="10"/>
          </p:nvPr>
        </p:nvSpPr>
        <p:spPr/>
        <p:txBody>
          <a:bodyPr/>
          <a:lstStyle/>
          <a:p>
            <a:r>
              <a:rPr kumimoji="1" lang="en-US" altLang="ja-JP"/>
              <a:t>Day1</a:t>
            </a:r>
            <a:endParaRPr kumimoji="1" lang="ja-JP" altLang="en-US"/>
          </a:p>
        </p:txBody>
      </p:sp>
      <p:sp>
        <p:nvSpPr>
          <p:cNvPr id="6" name="スライド番号プレースホルダー 5">
            <a:extLst>
              <a:ext uri="{FF2B5EF4-FFF2-40B4-BE49-F238E27FC236}">
                <a16:creationId xmlns:a16="http://schemas.microsoft.com/office/drawing/2014/main" id="{74274DD3-D3A0-C2CD-D251-65133CB87B9E}"/>
              </a:ext>
            </a:extLst>
          </p:cNvPr>
          <p:cNvSpPr>
            <a:spLocks noGrp="1"/>
          </p:cNvSpPr>
          <p:nvPr>
            <p:ph type="sldNum" sz="quarter" idx="12"/>
          </p:nvPr>
        </p:nvSpPr>
        <p:spPr/>
        <p:txBody>
          <a:bodyPr/>
          <a:lstStyle/>
          <a:p>
            <a:fld id="{B4DA0251-0B3B-4C1C-96DC-5D2833458AB2}" type="slidenum">
              <a:rPr kumimoji="1" lang="ja-JP" altLang="en-US" smtClean="0"/>
              <a:t>12</a:t>
            </a:fld>
            <a:endParaRPr kumimoji="1" lang="ja-JP" altLang="en-US"/>
          </a:p>
        </p:txBody>
      </p:sp>
      <p:pic>
        <p:nvPicPr>
          <p:cNvPr id="8" name="図 7">
            <a:extLst>
              <a:ext uri="{FF2B5EF4-FFF2-40B4-BE49-F238E27FC236}">
                <a16:creationId xmlns:a16="http://schemas.microsoft.com/office/drawing/2014/main" id="{A0B5A3FA-90E2-324A-37C0-77FA304EBB79}"/>
              </a:ext>
            </a:extLst>
          </p:cNvPr>
          <p:cNvPicPr>
            <a:picLocks noChangeAspect="1"/>
          </p:cNvPicPr>
          <p:nvPr/>
        </p:nvPicPr>
        <p:blipFill>
          <a:blip r:embed="rId2"/>
          <a:srcRect l="7213" t="31806" r="2620" b="51250"/>
          <a:stretch/>
        </p:blipFill>
        <p:spPr>
          <a:xfrm>
            <a:off x="2476500" y="2352674"/>
            <a:ext cx="7105650" cy="1162051"/>
          </a:xfrm>
          <a:prstGeom prst="rect">
            <a:avLst/>
          </a:prstGeom>
        </p:spPr>
      </p:pic>
      <p:sp>
        <p:nvSpPr>
          <p:cNvPr id="9" name="矢印: 下 8">
            <a:extLst>
              <a:ext uri="{FF2B5EF4-FFF2-40B4-BE49-F238E27FC236}">
                <a16:creationId xmlns:a16="http://schemas.microsoft.com/office/drawing/2014/main" id="{D6892384-7E87-9CA5-F750-0B999F10F5EF}"/>
              </a:ext>
            </a:extLst>
          </p:cNvPr>
          <p:cNvSpPr/>
          <p:nvPr/>
        </p:nvSpPr>
        <p:spPr>
          <a:xfrm>
            <a:off x="5200650" y="2009775"/>
            <a:ext cx="400050" cy="666750"/>
          </a:xfrm>
          <a:prstGeom prst="down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70D610EA-D463-A44A-6F1C-70B9FA06B2C6}"/>
              </a:ext>
            </a:extLst>
          </p:cNvPr>
          <p:cNvSpPr txBox="1"/>
          <p:nvPr/>
        </p:nvSpPr>
        <p:spPr>
          <a:xfrm>
            <a:off x="5502730" y="1951831"/>
            <a:ext cx="4838700" cy="369332"/>
          </a:xfrm>
          <a:prstGeom prst="rect">
            <a:avLst/>
          </a:prstGeom>
          <a:noFill/>
        </p:spPr>
        <p:txBody>
          <a:bodyPr wrap="square" rtlCol="0">
            <a:spAutoFit/>
          </a:bodyPr>
          <a:lstStyle/>
          <a:p>
            <a:r>
              <a:rPr kumimoji="1" lang="ja-JP" altLang="en-US" dirty="0"/>
              <a:t>ここに着目！</a:t>
            </a:r>
          </a:p>
        </p:txBody>
      </p:sp>
      <p:pic>
        <p:nvPicPr>
          <p:cNvPr id="12" name="図 11">
            <a:extLst>
              <a:ext uri="{FF2B5EF4-FFF2-40B4-BE49-F238E27FC236}">
                <a16:creationId xmlns:a16="http://schemas.microsoft.com/office/drawing/2014/main" id="{2B0F9868-005E-102C-1C8B-5611B66549FD}"/>
              </a:ext>
            </a:extLst>
          </p:cNvPr>
          <p:cNvPicPr>
            <a:picLocks noChangeAspect="1"/>
          </p:cNvPicPr>
          <p:nvPr/>
        </p:nvPicPr>
        <p:blipFill>
          <a:blip r:embed="rId3"/>
          <a:srcRect l="7578" t="32778" r="2256" b="44722"/>
          <a:stretch/>
        </p:blipFill>
        <p:spPr>
          <a:xfrm>
            <a:off x="2543174" y="4451350"/>
            <a:ext cx="7105651" cy="1543050"/>
          </a:xfrm>
          <a:prstGeom prst="rect">
            <a:avLst/>
          </a:prstGeom>
        </p:spPr>
      </p:pic>
      <p:sp>
        <p:nvSpPr>
          <p:cNvPr id="13" name="矢印: 下 12">
            <a:extLst>
              <a:ext uri="{FF2B5EF4-FFF2-40B4-BE49-F238E27FC236}">
                <a16:creationId xmlns:a16="http://schemas.microsoft.com/office/drawing/2014/main" id="{E0B8807F-3F06-F2A2-BC30-4287098441B0}"/>
              </a:ext>
            </a:extLst>
          </p:cNvPr>
          <p:cNvSpPr/>
          <p:nvPr/>
        </p:nvSpPr>
        <p:spPr>
          <a:xfrm rot="16200000">
            <a:off x="3514725" y="4552950"/>
            <a:ext cx="400050" cy="666750"/>
          </a:xfrm>
          <a:prstGeom prst="down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43629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C4C4ABB-2184-D788-F121-C8CDB64A84E6}"/>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CF5F77F1-CB20-D625-A717-F85A929B2D46}"/>
              </a:ext>
            </a:extLst>
          </p:cNvPr>
          <p:cNvSpPr>
            <a:spLocks noGrp="1"/>
          </p:cNvSpPr>
          <p:nvPr>
            <p:ph type="title"/>
          </p:nvPr>
        </p:nvSpPr>
        <p:spPr/>
        <p:txBody>
          <a:bodyPr/>
          <a:lstStyle/>
          <a:p>
            <a:r>
              <a:rPr kumimoji="1" lang="ja-JP" altLang="en-US" dirty="0"/>
              <a:t>生成</a:t>
            </a:r>
            <a:r>
              <a:rPr kumimoji="1" lang="en-US" altLang="ja-JP" dirty="0"/>
              <a:t>AI</a:t>
            </a:r>
            <a:r>
              <a:rPr kumimoji="1" lang="ja-JP" altLang="en-US" dirty="0"/>
              <a:t>による</a:t>
            </a:r>
            <a:r>
              <a:rPr kumimoji="1" lang="en-US" altLang="ja-JP" dirty="0"/>
              <a:t>Hello World!</a:t>
            </a:r>
            <a:endParaRPr kumimoji="1" lang="ja-JP" altLang="en-US" dirty="0"/>
          </a:p>
        </p:txBody>
      </p:sp>
      <p:sp>
        <p:nvSpPr>
          <p:cNvPr id="4" name="コンテンツ プレースホルダー 3">
            <a:extLst>
              <a:ext uri="{FF2B5EF4-FFF2-40B4-BE49-F238E27FC236}">
                <a16:creationId xmlns:a16="http://schemas.microsoft.com/office/drawing/2014/main" id="{3495BDB2-3396-04E6-2248-824338B079E6}"/>
              </a:ext>
            </a:extLst>
          </p:cNvPr>
          <p:cNvSpPr>
            <a:spLocks noGrp="1"/>
          </p:cNvSpPr>
          <p:nvPr>
            <p:ph idx="1"/>
          </p:nvPr>
        </p:nvSpPr>
        <p:spPr/>
        <p:txBody>
          <a:bodyPr/>
          <a:lstStyle/>
          <a:p>
            <a:r>
              <a:rPr lang="ja-JP" altLang="en-US" dirty="0"/>
              <a:t>テキストフィールドに</a:t>
            </a:r>
            <a:r>
              <a:rPr lang="en-US" altLang="ja-JP" dirty="0"/>
              <a:t>[Hello World]</a:t>
            </a:r>
            <a:r>
              <a:rPr lang="ja-JP" altLang="en-US" dirty="0"/>
              <a:t>と入れてみる</a:t>
            </a:r>
            <a:endParaRPr kumimoji="1" lang="ja-JP" altLang="en-US" dirty="0"/>
          </a:p>
        </p:txBody>
      </p:sp>
      <p:sp>
        <p:nvSpPr>
          <p:cNvPr id="5" name="日付プレースホルダー 4">
            <a:extLst>
              <a:ext uri="{FF2B5EF4-FFF2-40B4-BE49-F238E27FC236}">
                <a16:creationId xmlns:a16="http://schemas.microsoft.com/office/drawing/2014/main" id="{5A82AB3D-AF9D-95DE-A97A-D4023CD527B1}"/>
              </a:ext>
            </a:extLst>
          </p:cNvPr>
          <p:cNvSpPr>
            <a:spLocks noGrp="1"/>
          </p:cNvSpPr>
          <p:nvPr>
            <p:ph type="dt" sz="half" idx="10"/>
          </p:nvPr>
        </p:nvSpPr>
        <p:spPr/>
        <p:txBody>
          <a:bodyPr/>
          <a:lstStyle/>
          <a:p>
            <a:r>
              <a:rPr kumimoji="1" lang="en-US" altLang="ja-JP"/>
              <a:t>Day1</a:t>
            </a:r>
            <a:endParaRPr kumimoji="1" lang="ja-JP" altLang="en-US"/>
          </a:p>
        </p:txBody>
      </p:sp>
      <p:sp>
        <p:nvSpPr>
          <p:cNvPr id="6" name="スライド番号プレースホルダー 5">
            <a:extLst>
              <a:ext uri="{FF2B5EF4-FFF2-40B4-BE49-F238E27FC236}">
                <a16:creationId xmlns:a16="http://schemas.microsoft.com/office/drawing/2014/main" id="{7A24FD41-A84F-E3A1-13E1-8FC4796FDF77}"/>
              </a:ext>
            </a:extLst>
          </p:cNvPr>
          <p:cNvSpPr>
            <a:spLocks noGrp="1"/>
          </p:cNvSpPr>
          <p:nvPr>
            <p:ph type="sldNum" sz="quarter" idx="12"/>
          </p:nvPr>
        </p:nvSpPr>
        <p:spPr/>
        <p:txBody>
          <a:bodyPr/>
          <a:lstStyle/>
          <a:p>
            <a:fld id="{B4DA0251-0B3B-4C1C-96DC-5D2833458AB2}" type="slidenum">
              <a:rPr kumimoji="1" lang="ja-JP" altLang="en-US" smtClean="0"/>
              <a:t>13</a:t>
            </a:fld>
            <a:endParaRPr kumimoji="1" lang="ja-JP" altLang="en-US"/>
          </a:p>
        </p:txBody>
      </p:sp>
      <p:pic>
        <p:nvPicPr>
          <p:cNvPr id="8" name="図 7">
            <a:extLst>
              <a:ext uri="{FF2B5EF4-FFF2-40B4-BE49-F238E27FC236}">
                <a16:creationId xmlns:a16="http://schemas.microsoft.com/office/drawing/2014/main" id="{414C0312-2CA1-7E73-1564-836A83312E22}"/>
              </a:ext>
            </a:extLst>
          </p:cNvPr>
          <p:cNvPicPr>
            <a:picLocks noChangeAspect="1"/>
          </p:cNvPicPr>
          <p:nvPr/>
        </p:nvPicPr>
        <p:blipFill>
          <a:blip r:embed="rId2"/>
          <a:srcRect l="6488" t="32917" r="2137" b="29861"/>
          <a:stretch/>
        </p:blipFill>
        <p:spPr>
          <a:xfrm>
            <a:off x="2495550" y="2381249"/>
            <a:ext cx="7200900" cy="2552701"/>
          </a:xfrm>
          <a:prstGeom prst="rect">
            <a:avLst/>
          </a:prstGeom>
        </p:spPr>
      </p:pic>
      <p:grpSp>
        <p:nvGrpSpPr>
          <p:cNvPr id="12" name="グループ化 11">
            <a:extLst>
              <a:ext uri="{FF2B5EF4-FFF2-40B4-BE49-F238E27FC236}">
                <a16:creationId xmlns:a16="http://schemas.microsoft.com/office/drawing/2014/main" id="{BA26DA5E-8016-61CD-8BFD-3CDD4F608E3C}"/>
              </a:ext>
            </a:extLst>
          </p:cNvPr>
          <p:cNvGrpSpPr/>
          <p:nvPr/>
        </p:nvGrpSpPr>
        <p:grpSpPr>
          <a:xfrm>
            <a:off x="4925785" y="3924697"/>
            <a:ext cx="4627790" cy="914400"/>
            <a:chOff x="4668610" y="3858022"/>
            <a:chExt cx="4627790" cy="914400"/>
          </a:xfrm>
        </p:grpSpPr>
        <p:sp>
          <p:nvSpPr>
            <p:cNvPr id="9" name="正方形/長方形 8">
              <a:extLst>
                <a:ext uri="{FF2B5EF4-FFF2-40B4-BE49-F238E27FC236}">
                  <a16:creationId xmlns:a16="http://schemas.microsoft.com/office/drawing/2014/main" id="{178DC6AF-86EE-32FD-EAAC-153A177A5683}"/>
                </a:ext>
              </a:extLst>
            </p:cNvPr>
            <p:cNvSpPr/>
            <p:nvPr/>
          </p:nvSpPr>
          <p:spPr>
            <a:xfrm>
              <a:off x="5695950" y="3915569"/>
              <a:ext cx="3600450" cy="79930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kumimoji="1" lang="ja-JP" altLang="en-US" sz="2400" dirty="0"/>
                <a:t>コードが生成された！</a:t>
              </a:r>
            </a:p>
          </p:txBody>
        </p:sp>
        <p:pic>
          <p:nvPicPr>
            <p:cNvPr id="11" name="グラフィックス 10" descr="警告 単色塗りつぶし">
              <a:extLst>
                <a:ext uri="{FF2B5EF4-FFF2-40B4-BE49-F238E27FC236}">
                  <a16:creationId xmlns:a16="http://schemas.microsoft.com/office/drawing/2014/main" id="{D88372F0-5606-F5A1-B3F5-5354B36DA7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8610" y="3858022"/>
              <a:ext cx="914400" cy="914400"/>
            </a:xfrm>
            <a:prstGeom prst="rect">
              <a:avLst/>
            </a:prstGeom>
          </p:spPr>
        </p:pic>
      </p:grpSp>
    </p:spTree>
    <p:extLst>
      <p:ext uri="{BB962C8B-B14F-4D97-AF65-F5344CB8AC3E}">
        <p14:creationId xmlns:p14="http://schemas.microsoft.com/office/powerpoint/2010/main" val="4027294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FA5136E-D2E0-BB8B-0979-6780FDBE1314}"/>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BA5B5A4E-1222-4139-D749-959912530A0E}"/>
              </a:ext>
            </a:extLst>
          </p:cNvPr>
          <p:cNvSpPr>
            <a:spLocks noGrp="1"/>
          </p:cNvSpPr>
          <p:nvPr>
            <p:ph type="title"/>
          </p:nvPr>
        </p:nvSpPr>
        <p:spPr/>
        <p:txBody>
          <a:bodyPr/>
          <a:lstStyle/>
          <a:p>
            <a:r>
              <a:rPr kumimoji="1" lang="ja-JP" altLang="en-US" dirty="0"/>
              <a:t>生成</a:t>
            </a:r>
            <a:r>
              <a:rPr kumimoji="1" lang="en-US" altLang="ja-JP" dirty="0"/>
              <a:t>AI</a:t>
            </a:r>
            <a:r>
              <a:rPr kumimoji="1" lang="ja-JP" altLang="en-US" dirty="0"/>
              <a:t>との付き合い方</a:t>
            </a:r>
          </a:p>
        </p:txBody>
      </p:sp>
      <p:sp>
        <p:nvSpPr>
          <p:cNvPr id="4" name="コンテンツ プレースホルダー 3">
            <a:extLst>
              <a:ext uri="{FF2B5EF4-FFF2-40B4-BE49-F238E27FC236}">
                <a16:creationId xmlns:a16="http://schemas.microsoft.com/office/drawing/2014/main" id="{1FC1E164-CF88-41FB-729B-A6410503998C}"/>
              </a:ext>
            </a:extLst>
          </p:cNvPr>
          <p:cNvSpPr>
            <a:spLocks noGrp="1"/>
          </p:cNvSpPr>
          <p:nvPr>
            <p:ph idx="1"/>
          </p:nvPr>
        </p:nvSpPr>
        <p:spPr/>
        <p:txBody>
          <a:bodyPr/>
          <a:lstStyle/>
          <a:p>
            <a:r>
              <a:rPr kumimoji="1" lang="ja-JP" altLang="en-US" dirty="0"/>
              <a:t>ダメなマインドセット</a:t>
            </a:r>
          </a:p>
          <a:p>
            <a:pPr lvl="1"/>
            <a:r>
              <a:rPr kumimoji="1" lang="ja-JP" altLang="en-US" dirty="0"/>
              <a:t>もうプログラミングなんて必要ない！生成</a:t>
            </a:r>
            <a:r>
              <a:rPr kumimoji="1" lang="en-US" altLang="ja-JP" dirty="0"/>
              <a:t>AI</a:t>
            </a:r>
            <a:r>
              <a:rPr kumimoji="1" lang="ja-JP" altLang="en-US" dirty="0"/>
              <a:t>が全部やってくれる。</a:t>
            </a:r>
          </a:p>
          <a:p>
            <a:endParaRPr lang="ja-JP" altLang="en-US" dirty="0"/>
          </a:p>
          <a:p>
            <a:r>
              <a:rPr kumimoji="1" lang="ja-JP" altLang="en-US" dirty="0"/>
              <a:t>正しい付き合い方</a:t>
            </a:r>
          </a:p>
          <a:p>
            <a:pPr lvl="1"/>
            <a:r>
              <a:rPr lang="ja-JP" altLang="en-US" dirty="0"/>
              <a:t>めんどくさい事は生成</a:t>
            </a:r>
            <a:r>
              <a:rPr lang="en-US" altLang="ja-JP" dirty="0"/>
              <a:t>AI</a:t>
            </a:r>
            <a:r>
              <a:rPr lang="ja-JP" altLang="en-US" dirty="0"/>
              <a:t>におまかせ</a:t>
            </a:r>
          </a:p>
          <a:p>
            <a:pPr lvl="1"/>
            <a:r>
              <a:rPr lang="ja-JP" altLang="en-US" dirty="0"/>
              <a:t>クリエイティブな事だけやろう</a:t>
            </a:r>
          </a:p>
          <a:p>
            <a:pPr lvl="1"/>
            <a:endParaRPr lang="ja-JP" altLang="en-US" dirty="0"/>
          </a:p>
          <a:p>
            <a:r>
              <a:rPr lang="ja-JP" altLang="en-US" dirty="0"/>
              <a:t>この講義での付き合い方</a:t>
            </a:r>
          </a:p>
          <a:p>
            <a:pPr lvl="1"/>
            <a:r>
              <a:rPr lang="ja-JP" altLang="en-US" dirty="0"/>
              <a:t>生成</a:t>
            </a:r>
            <a:r>
              <a:rPr lang="en-US" altLang="ja-JP" dirty="0"/>
              <a:t>AI</a:t>
            </a:r>
            <a:r>
              <a:rPr lang="ja-JP" altLang="en-US" dirty="0"/>
              <a:t>が書いたプログラムはかならず</a:t>
            </a:r>
            <a:r>
              <a:rPr lang="ja-JP" altLang="en-US" u="sng" dirty="0"/>
              <a:t>読解しよう</a:t>
            </a:r>
          </a:p>
          <a:p>
            <a:pPr lvl="2"/>
            <a:r>
              <a:rPr lang="ja-JP" altLang="en-US" dirty="0"/>
              <a:t>これがものすごい勉強になる</a:t>
            </a:r>
          </a:p>
        </p:txBody>
      </p:sp>
      <p:sp>
        <p:nvSpPr>
          <p:cNvPr id="5" name="日付プレースホルダー 4">
            <a:extLst>
              <a:ext uri="{FF2B5EF4-FFF2-40B4-BE49-F238E27FC236}">
                <a16:creationId xmlns:a16="http://schemas.microsoft.com/office/drawing/2014/main" id="{459A5E22-CB18-37B5-1E6E-938071877363}"/>
              </a:ext>
            </a:extLst>
          </p:cNvPr>
          <p:cNvSpPr>
            <a:spLocks noGrp="1"/>
          </p:cNvSpPr>
          <p:nvPr>
            <p:ph type="dt" sz="half" idx="10"/>
          </p:nvPr>
        </p:nvSpPr>
        <p:spPr/>
        <p:txBody>
          <a:bodyPr/>
          <a:lstStyle/>
          <a:p>
            <a:r>
              <a:rPr kumimoji="1" lang="en-US" altLang="ja-JP"/>
              <a:t>Day1</a:t>
            </a:r>
            <a:endParaRPr kumimoji="1" lang="ja-JP" altLang="en-US"/>
          </a:p>
        </p:txBody>
      </p:sp>
      <p:sp>
        <p:nvSpPr>
          <p:cNvPr id="6" name="スライド番号プレースホルダー 5">
            <a:extLst>
              <a:ext uri="{FF2B5EF4-FFF2-40B4-BE49-F238E27FC236}">
                <a16:creationId xmlns:a16="http://schemas.microsoft.com/office/drawing/2014/main" id="{74E86914-74BA-620C-A384-36D9CB0E2BCB}"/>
              </a:ext>
            </a:extLst>
          </p:cNvPr>
          <p:cNvSpPr>
            <a:spLocks noGrp="1"/>
          </p:cNvSpPr>
          <p:nvPr>
            <p:ph type="sldNum" sz="quarter" idx="12"/>
          </p:nvPr>
        </p:nvSpPr>
        <p:spPr/>
        <p:txBody>
          <a:bodyPr/>
          <a:lstStyle/>
          <a:p>
            <a:fld id="{B4DA0251-0B3B-4C1C-96DC-5D2833458AB2}" type="slidenum">
              <a:rPr kumimoji="1" lang="ja-JP" altLang="en-US" smtClean="0"/>
              <a:t>14</a:t>
            </a:fld>
            <a:endParaRPr kumimoji="1" lang="ja-JP" altLang="en-US"/>
          </a:p>
        </p:txBody>
      </p:sp>
    </p:spTree>
    <p:extLst>
      <p:ext uri="{BB962C8B-B14F-4D97-AF65-F5344CB8AC3E}">
        <p14:creationId xmlns:p14="http://schemas.microsoft.com/office/powerpoint/2010/main" val="628213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22E5695-F9B8-788D-6EA4-3B8DE2C226A9}"/>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8122EA0F-1861-F6CA-C11B-8D4A9D0A2C8A}"/>
              </a:ext>
            </a:extLst>
          </p:cNvPr>
          <p:cNvSpPr>
            <a:spLocks noGrp="1"/>
          </p:cNvSpPr>
          <p:nvPr>
            <p:ph type="title"/>
          </p:nvPr>
        </p:nvSpPr>
        <p:spPr/>
        <p:txBody>
          <a:bodyPr/>
          <a:lstStyle/>
          <a:p>
            <a:r>
              <a:rPr kumimoji="1" lang="en-US" altLang="ja-JP" sz="2800" dirty="0"/>
              <a:t>[</a:t>
            </a:r>
            <a:r>
              <a:rPr kumimoji="1" lang="en-US" altLang="ja-JP" sz="2800" dirty="0">
                <a:solidFill>
                  <a:schemeClr val="accent1"/>
                </a:solidFill>
              </a:rPr>
              <a:t>01</a:t>
            </a:r>
            <a:r>
              <a:rPr kumimoji="1" lang="en-US" altLang="ja-JP" sz="2800" dirty="0"/>
              <a:t>-day01kk] </a:t>
            </a:r>
            <a:br>
              <a:rPr kumimoji="1" lang="ja-JP" altLang="en-US" dirty="0"/>
            </a:br>
            <a:r>
              <a:rPr kumimoji="1" lang="ja-JP" altLang="en-US" dirty="0"/>
              <a:t>ソートのプログラミング</a:t>
            </a:r>
          </a:p>
        </p:txBody>
      </p:sp>
      <p:sp>
        <p:nvSpPr>
          <p:cNvPr id="4" name="コンテンツ プレースホルダー 3">
            <a:extLst>
              <a:ext uri="{FF2B5EF4-FFF2-40B4-BE49-F238E27FC236}">
                <a16:creationId xmlns:a16="http://schemas.microsoft.com/office/drawing/2014/main" id="{047213F7-5290-786B-AF3A-ACB63D4CC3A5}"/>
              </a:ext>
            </a:extLst>
          </p:cNvPr>
          <p:cNvSpPr>
            <a:spLocks noGrp="1"/>
          </p:cNvSpPr>
          <p:nvPr>
            <p:ph idx="1"/>
          </p:nvPr>
        </p:nvSpPr>
        <p:spPr/>
        <p:txBody>
          <a:bodyPr>
            <a:normAutofit/>
          </a:bodyPr>
          <a:lstStyle/>
          <a:p>
            <a:r>
              <a:rPr kumimoji="1" lang="ja-JP" altLang="en-US" dirty="0"/>
              <a:t>お題</a:t>
            </a:r>
          </a:p>
          <a:p>
            <a:pPr lvl="1"/>
            <a:r>
              <a:rPr kumimoji="1" lang="ja-JP" altLang="en-US" dirty="0"/>
              <a:t>ソートのプログラムを書いてみよう</a:t>
            </a:r>
          </a:p>
          <a:p>
            <a:pPr lvl="1"/>
            <a:r>
              <a:rPr lang="ja-JP" altLang="en-US" dirty="0"/>
              <a:t>色々なアルゴリズムがあるので何を選ぶ？</a:t>
            </a:r>
          </a:p>
          <a:p>
            <a:pPr lvl="1"/>
            <a:r>
              <a:rPr kumimoji="1" lang="ja-JP" altLang="en-US" dirty="0"/>
              <a:t>ソート途中の効果的な可視化等付加機能歓迎</a:t>
            </a:r>
          </a:p>
          <a:p>
            <a:r>
              <a:rPr lang="ja-JP" altLang="en-US" dirty="0"/>
              <a:t>期限</a:t>
            </a:r>
          </a:p>
          <a:p>
            <a:pPr lvl="1"/>
            <a:r>
              <a:rPr kumimoji="1" lang="ja-JP" altLang="en-US" dirty="0"/>
              <a:t>本日中</a:t>
            </a:r>
          </a:p>
          <a:p>
            <a:r>
              <a:rPr lang="ja-JP" altLang="en-US" dirty="0"/>
              <a:t>発表：希望者のみ先着順で講義終了時刻まで</a:t>
            </a:r>
          </a:p>
          <a:p>
            <a:pPr lvl="1"/>
            <a:r>
              <a:rPr lang="ja-JP" altLang="en-US" dirty="0"/>
              <a:t>前でノートを表示しながら簡単に説明をしてもらいます</a:t>
            </a:r>
          </a:p>
          <a:p>
            <a:pPr lvl="1"/>
            <a:r>
              <a:rPr lang="ja-JP" altLang="en-US" dirty="0"/>
              <a:t>発表した人は記録して、成績の加点対象にします</a:t>
            </a:r>
          </a:p>
          <a:p>
            <a:pPr lvl="1"/>
            <a:endParaRPr kumimoji="1" lang="ja-JP" altLang="en-US" dirty="0"/>
          </a:p>
        </p:txBody>
      </p:sp>
      <p:sp>
        <p:nvSpPr>
          <p:cNvPr id="5" name="日付プレースホルダー 4">
            <a:extLst>
              <a:ext uri="{FF2B5EF4-FFF2-40B4-BE49-F238E27FC236}">
                <a16:creationId xmlns:a16="http://schemas.microsoft.com/office/drawing/2014/main" id="{2BC4E791-BEA5-25F1-9A97-570A90C31192}"/>
              </a:ext>
            </a:extLst>
          </p:cNvPr>
          <p:cNvSpPr>
            <a:spLocks noGrp="1"/>
          </p:cNvSpPr>
          <p:nvPr>
            <p:ph type="dt" sz="half" idx="10"/>
          </p:nvPr>
        </p:nvSpPr>
        <p:spPr/>
        <p:txBody>
          <a:bodyPr/>
          <a:lstStyle/>
          <a:p>
            <a:r>
              <a:rPr kumimoji="1" lang="en-US" altLang="ja-JP"/>
              <a:t>Day1</a:t>
            </a:r>
            <a:endParaRPr kumimoji="1" lang="ja-JP" altLang="en-US"/>
          </a:p>
        </p:txBody>
      </p:sp>
      <p:sp>
        <p:nvSpPr>
          <p:cNvPr id="6" name="スライド番号プレースホルダー 5">
            <a:extLst>
              <a:ext uri="{FF2B5EF4-FFF2-40B4-BE49-F238E27FC236}">
                <a16:creationId xmlns:a16="http://schemas.microsoft.com/office/drawing/2014/main" id="{B8CA832C-C62E-84FA-7F89-B9CF370CFF5D}"/>
              </a:ext>
            </a:extLst>
          </p:cNvPr>
          <p:cNvSpPr>
            <a:spLocks noGrp="1"/>
          </p:cNvSpPr>
          <p:nvPr>
            <p:ph type="sldNum" sz="quarter" idx="12"/>
          </p:nvPr>
        </p:nvSpPr>
        <p:spPr/>
        <p:txBody>
          <a:bodyPr/>
          <a:lstStyle/>
          <a:p>
            <a:fld id="{B4DA0251-0B3B-4C1C-96DC-5D2833458AB2}" type="slidenum">
              <a:rPr kumimoji="1" lang="ja-JP" altLang="en-US" smtClean="0"/>
              <a:t>15</a:t>
            </a:fld>
            <a:endParaRPr kumimoji="1" lang="ja-JP" altLang="en-US"/>
          </a:p>
        </p:txBody>
      </p:sp>
    </p:spTree>
    <p:extLst>
      <p:ext uri="{BB962C8B-B14F-4D97-AF65-F5344CB8AC3E}">
        <p14:creationId xmlns:p14="http://schemas.microsoft.com/office/powerpoint/2010/main" val="316731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1ACACB11-2637-2EAD-6375-C6567BDD86E0}"/>
              </a:ext>
            </a:extLst>
          </p:cNvPr>
          <p:cNvSpPr>
            <a:spLocks noGrp="1"/>
          </p:cNvSpPr>
          <p:nvPr>
            <p:ph type="title"/>
          </p:nvPr>
        </p:nvSpPr>
        <p:spPr/>
        <p:txBody>
          <a:bodyPr/>
          <a:lstStyle/>
          <a:p>
            <a:r>
              <a:rPr lang="en-US" altLang="ja-JP" dirty="0"/>
              <a:t>Homework</a:t>
            </a:r>
            <a:endParaRPr lang="ja-JP" altLang="en-US" dirty="0"/>
          </a:p>
        </p:txBody>
      </p:sp>
      <p:sp>
        <p:nvSpPr>
          <p:cNvPr id="8" name="テキスト プレースホルダー 7">
            <a:extLst>
              <a:ext uri="{FF2B5EF4-FFF2-40B4-BE49-F238E27FC236}">
                <a16:creationId xmlns:a16="http://schemas.microsoft.com/office/drawing/2014/main" id="{DB7A490D-E625-8DBF-66AE-B1B7095A6E12}"/>
              </a:ext>
            </a:extLst>
          </p:cNvPr>
          <p:cNvSpPr>
            <a:spLocks noGrp="1"/>
          </p:cNvSpPr>
          <p:nvPr>
            <p:ph type="body" idx="1"/>
          </p:nvPr>
        </p:nvSpPr>
        <p:spPr/>
        <p:txBody>
          <a:bodyPr/>
          <a:lstStyle/>
          <a:p>
            <a:r>
              <a:rPr lang="en-US" altLang="ja-JP" dirty="0"/>
              <a:t>Day01</a:t>
            </a:r>
            <a:endParaRPr lang="ja-JP" altLang="en-US" dirty="0"/>
          </a:p>
        </p:txBody>
      </p:sp>
      <p:sp>
        <p:nvSpPr>
          <p:cNvPr id="5" name="日付プレースホルダー 4">
            <a:extLst>
              <a:ext uri="{FF2B5EF4-FFF2-40B4-BE49-F238E27FC236}">
                <a16:creationId xmlns:a16="http://schemas.microsoft.com/office/drawing/2014/main" id="{1958D229-46FC-433B-FA5B-4B8ACC13FBEC}"/>
              </a:ext>
            </a:extLst>
          </p:cNvPr>
          <p:cNvSpPr>
            <a:spLocks noGrp="1"/>
          </p:cNvSpPr>
          <p:nvPr>
            <p:ph type="dt" sz="half" idx="10"/>
          </p:nvPr>
        </p:nvSpPr>
        <p:spPr/>
        <p:txBody>
          <a:bodyPr/>
          <a:lstStyle/>
          <a:p>
            <a:r>
              <a:rPr kumimoji="1" lang="en-US" altLang="ja-JP"/>
              <a:t>Day1</a:t>
            </a:r>
            <a:endParaRPr kumimoji="1" lang="ja-JP" altLang="en-US"/>
          </a:p>
        </p:txBody>
      </p:sp>
      <p:sp>
        <p:nvSpPr>
          <p:cNvPr id="2" name="フッター プレースホルダー 1">
            <a:extLst>
              <a:ext uri="{FF2B5EF4-FFF2-40B4-BE49-F238E27FC236}">
                <a16:creationId xmlns:a16="http://schemas.microsoft.com/office/drawing/2014/main" id="{60993854-A861-7ED5-26C4-60455F5A6DDC}"/>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6" name="スライド番号プレースホルダー 5">
            <a:extLst>
              <a:ext uri="{FF2B5EF4-FFF2-40B4-BE49-F238E27FC236}">
                <a16:creationId xmlns:a16="http://schemas.microsoft.com/office/drawing/2014/main" id="{9B968422-74D5-EB25-AB13-5C87B4FE4F4A}"/>
              </a:ext>
            </a:extLst>
          </p:cNvPr>
          <p:cNvSpPr>
            <a:spLocks noGrp="1"/>
          </p:cNvSpPr>
          <p:nvPr>
            <p:ph type="sldNum" sz="quarter" idx="12"/>
          </p:nvPr>
        </p:nvSpPr>
        <p:spPr/>
        <p:txBody>
          <a:bodyPr/>
          <a:lstStyle/>
          <a:p>
            <a:fld id="{B4DA0251-0B3B-4C1C-96DC-5D2833458AB2}" type="slidenum">
              <a:rPr kumimoji="1" lang="ja-JP" altLang="en-US" smtClean="0"/>
              <a:t>16</a:t>
            </a:fld>
            <a:endParaRPr kumimoji="1" lang="ja-JP" altLang="en-US"/>
          </a:p>
        </p:txBody>
      </p:sp>
    </p:spTree>
    <p:extLst>
      <p:ext uri="{BB962C8B-B14F-4D97-AF65-F5344CB8AC3E}">
        <p14:creationId xmlns:p14="http://schemas.microsoft.com/office/powerpoint/2010/main" val="902635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C46B3-4843-95D6-3739-FBC6433CC24C}"/>
            </a:ext>
          </a:extLst>
        </p:cNvPr>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5C872CB-5799-28ED-4479-AAA9792CECE7}"/>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2132B40C-9159-C623-F1C1-505FB39691A2}"/>
              </a:ext>
            </a:extLst>
          </p:cNvPr>
          <p:cNvSpPr>
            <a:spLocks noGrp="1"/>
          </p:cNvSpPr>
          <p:nvPr>
            <p:ph type="title"/>
          </p:nvPr>
        </p:nvSpPr>
        <p:spPr/>
        <p:txBody>
          <a:bodyPr/>
          <a:lstStyle/>
          <a:p>
            <a:r>
              <a:rPr kumimoji="1" lang="en-US" altLang="ja-JP" dirty="0"/>
              <a:t>Day01</a:t>
            </a:r>
            <a:r>
              <a:rPr kumimoji="1" lang="ja-JP" altLang="en-US" dirty="0"/>
              <a:t>の宿題</a:t>
            </a:r>
          </a:p>
        </p:txBody>
      </p:sp>
      <p:sp>
        <p:nvSpPr>
          <p:cNvPr id="4" name="コンテンツ プレースホルダー 3">
            <a:extLst>
              <a:ext uri="{FF2B5EF4-FFF2-40B4-BE49-F238E27FC236}">
                <a16:creationId xmlns:a16="http://schemas.microsoft.com/office/drawing/2014/main" id="{CA2824EF-C7BB-4EF4-A76E-6702C6F97D5F}"/>
              </a:ext>
            </a:extLst>
          </p:cNvPr>
          <p:cNvSpPr>
            <a:spLocks noGrp="1"/>
          </p:cNvSpPr>
          <p:nvPr>
            <p:ph idx="1"/>
          </p:nvPr>
        </p:nvSpPr>
        <p:spPr>
          <a:xfrm>
            <a:off x="1355269" y="1825625"/>
            <a:ext cx="9998530" cy="4351338"/>
          </a:xfrm>
        </p:spPr>
        <p:txBody>
          <a:bodyPr>
            <a:normAutofit lnSpcReduction="10000"/>
          </a:bodyPr>
          <a:lstStyle/>
          <a:p>
            <a:r>
              <a:rPr kumimoji="1" lang="ja-JP" altLang="en-US" sz="2800" dirty="0"/>
              <a:t>予習テキストを読む</a:t>
            </a:r>
            <a:endParaRPr kumimoji="1" lang="en-US" altLang="ja-JP" sz="2800" dirty="0"/>
          </a:p>
          <a:p>
            <a:pPr lvl="1"/>
            <a:r>
              <a:rPr kumimoji="1" lang="en-US" altLang="ja-JP" dirty="0"/>
              <a:t>[</a:t>
            </a:r>
            <a:r>
              <a:rPr kumimoji="1" lang="en-US" altLang="ja-JP" dirty="0">
                <a:solidFill>
                  <a:schemeClr val="accent1"/>
                </a:solidFill>
                <a:latin typeface="+mj-lt"/>
              </a:rPr>
              <a:t>02</a:t>
            </a:r>
            <a:r>
              <a:rPr kumimoji="1" lang="en-US" altLang="ja-JP" dirty="0">
                <a:latin typeface="+mj-lt"/>
              </a:rPr>
              <a:t>-day01tb</a:t>
            </a:r>
            <a:r>
              <a:rPr kumimoji="1" lang="en-US" altLang="ja-JP" dirty="0"/>
              <a:t>]</a:t>
            </a:r>
            <a:r>
              <a:rPr kumimoji="1" lang="ja-JP" altLang="en-US" dirty="0"/>
              <a:t>　リテラルと変数</a:t>
            </a:r>
            <a:endParaRPr kumimoji="1" lang="en-US" altLang="ja-JP" dirty="0"/>
          </a:p>
          <a:p>
            <a:pPr lvl="1"/>
            <a:r>
              <a:rPr kumimoji="1" lang="en-US" altLang="ja-JP" dirty="0"/>
              <a:t>[</a:t>
            </a:r>
            <a:r>
              <a:rPr kumimoji="1" lang="en-US" altLang="ja-JP" dirty="0">
                <a:solidFill>
                  <a:schemeClr val="accent1"/>
                </a:solidFill>
                <a:latin typeface="+mj-lt"/>
              </a:rPr>
              <a:t>03</a:t>
            </a:r>
            <a:r>
              <a:rPr kumimoji="1" lang="en-US" altLang="ja-JP" dirty="0">
                <a:latin typeface="+mj-lt"/>
              </a:rPr>
              <a:t>-day01tb</a:t>
            </a:r>
            <a:r>
              <a:rPr kumimoji="1" lang="en-US" altLang="ja-JP" dirty="0"/>
              <a:t>]</a:t>
            </a:r>
            <a:r>
              <a:rPr kumimoji="1" lang="ja-JP" altLang="en-US" dirty="0"/>
              <a:t>　データ構造</a:t>
            </a:r>
          </a:p>
          <a:p>
            <a:r>
              <a:rPr kumimoji="1" lang="ja-JP" altLang="en-US" sz="2800" dirty="0"/>
              <a:t>知識確認問題を解く</a:t>
            </a:r>
            <a:endParaRPr kumimoji="1" lang="en-US" altLang="ja-JP" sz="2800" dirty="0"/>
          </a:p>
          <a:p>
            <a:pPr lvl="1"/>
            <a:r>
              <a:rPr kumimoji="1" lang="en-US" altLang="ja-JP" dirty="0"/>
              <a:t>[</a:t>
            </a:r>
            <a:r>
              <a:rPr kumimoji="1" lang="en-US" altLang="ja-JP" dirty="0">
                <a:solidFill>
                  <a:schemeClr val="accent1"/>
                </a:solidFill>
                <a:latin typeface="+mj-lt"/>
              </a:rPr>
              <a:t>04</a:t>
            </a:r>
            <a:r>
              <a:rPr kumimoji="1" lang="en-US" altLang="ja-JP" dirty="0">
                <a:latin typeface="+mj-lt"/>
              </a:rPr>
              <a:t>-day01hw</a:t>
            </a:r>
            <a:r>
              <a:rPr kumimoji="1" lang="en-US" altLang="ja-JP" dirty="0"/>
              <a:t>]</a:t>
            </a:r>
            <a:r>
              <a:rPr kumimoji="1" lang="ja-JP" altLang="en-US" dirty="0"/>
              <a:t>　本日の宿題</a:t>
            </a:r>
            <a:r>
              <a:rPr lang="en-US" altLang="ja-JP" dirty="0"/>
              <a:t>(</a:t>
            </a:r>
            <a:r>
              <a:rPr lang="ja-JP" altLang="en-US" dirty="0"/>
              <a:t>予習テキストの確認問題</a:t>
            </a:r>
            <a:r>
              <a:rPr lang="en-US" altLang="ja-JP" dirty="0"/>
              <a:t>)</a:t>
            </a:r>
            <a:endParaRPr kumimoji="1" lang="ja-JP" altLang="en-US" dirty="0"/>
          </a:p>
          <a:p>
            <a:pPr lvl="1"/>
            <a:r>
              <a:rPr lang="ja-JP" altLang="en-US" dirty="0"/>
              <a:t>期限：火曜日</a:t>
            </a:r>
            <a:r>
              <a:rPr lang="en-US" altLang="ja-JP" dirty="0"/>
              <a:t>23:59</a:t>
            </a:r>
            <a:endParaRPr lang="ja-JP" altLang="en-US" dirty="0"/>
          </a:p>
          <a:p>
            <a:pPr lvl="1"/>
            <a:endParaRPr kumimoji="1" lang="ja-JP" altLang="en-US" dirty="0"/>
          </a:p>
          <a:p>
            <a:r>
              <a:rPr lang="en-US" altLang="ja-JP" dirty="0"/>
              <a:t>Google</a:t>
            </a:r>
            <a:r>
              <a:rPr lang="ja-JP" altLang="en-US" dirty="0"/>
              <a:t> </a:t>
            </a:r>
            <a:r>
              <a:rPr lang="en-US" altLang="ja-JP" dirty="0"/>
              <a:t>Classroom</a:t>
            </a:r>
            <a:r>
              <a:rPr lang="ja-JP" altLang="en-US" dirty="0"/>
              <a:t>を通じて配布します。</a:t>
            </a:r>
          </a:p>
          <a:p>
            <a:r>
              <a:rPr kumimoji="1" lang="ja-JP" altLang="en-US" dirty="0"/>
              <a:t>宿題の提出も</a:t>
            </a:r>
            <a:r>
              <a:rPr kumimoji="1" lang="en-US" altLang="ja-JP" dirty="0"/>
              <a:t>Google Classroom</a:t>
            </a:r>
            <a:r>
              <a:rPr kumimoji="1" lang="ja-JP" altLang="en-US" dirty="0"/>
              <a:t>に行ってください。</a:t>
            </a:r>
            <a:endParaRPr kumimoji="1" lang="en-US" altLang="ja-JP" dirty="0"/>
          </a:p>
          <a:p>
            <a:r>
              <a:rPr kumimoji="1" lang="ja-JP" altLang="en-US"/>
              <a:t>質問等も課題ページのチャット機能で受け付けます</a:t>
            </a:r>
            <a:endParaRPr kumimoji="1" lang="ja-JP" altLang="en-US" dirty="0"/>
          </a:p>
          <a:p>
            <a:pPr lvl="1"/>
            <a:endParaRPr kumimoji="1" lang="ja-JP" altLang="en-US" dirty="0"/>
          </a:p>
        </p:txBody>
      </p:sp>
      <p:sp>
        <p:nvSpPr>
          <p:cNvPr id="5" name="日付プレースホルダー 4">
            <a:extLst>
              <a:ext uri="{FF2B5EF4-FFF2-40B4-BE49-F238E27FC236}">
                <a16:creationId xmlns:a16="http://schemas.microsoft.com/office/drawing/2014/main" id="{EC1D3F51-F7C8-B336-586B-E580A5CE0563}"/>
              </a:ext>
            </a:extLst>
          </p:cNvPr>
          <p:cNvSpPr>
            <a:spLocks noGrp="1"/>
          </p:cNvSpPr>
          <p:nvPr>
            <p:ph type="dt" sz="half" idx="10"/>
          </p:nvPr>
        </p:nvSpPr>
        <p:spPr/>
        <p:txBody>
          <a:bodyPr/>
          <a:lstStyle/>
          <a:p>
            <a:r>
              <a:rPr kumimoji="1" lang="en-US" altLang="ja-JP"/>
              <a:t>Day1</a:t>
            </a:r>
            <a:endParaRPr kumimoji="1" lang="ja-JP" altLang="en-US"/>
          </a:p>
        </p:txBody>
      </p:sp>
      <p:sp>
        <p:nvSpPr>
          <p:cNvPr id="6" name="スライド番号プレースホルダー 5">
            <a:extLst>
              <a:ext uri="{FF2B5EF4-FFF2-40B4-BE49-F238E27FC236}">
                <a16:creationId xmlns:a16="http://schemas.microsoft.com/office/drawing/2014/main" id="{BCC6A303-9629-7CD3-45E0-A5790AB39360}"/>
              </a:ext>
            </a:extLst>
          </p:cNvPr>
          <p:cNvSpPr>
            <a:spLocks noGrp="1"/>
          </p:cNvSpPr>
          <p:nvPr>
            <p:ph type="sldNum" sz="quarter" idx="12"/>
          </p:nvPr>
        </p:nvSpPr>
        <p:spPr/>
        <p:txBody>
          <a:bodyPr/>
          <a:lstStyle/>
          <a:p>
            <a:fld id="{B4DA0251-0B3B-4C1C-96DC-5D2833458AB2}" type="slidenum">
              <a:rPr kumimoji="1" lang="ja-JP" altLang="en-US" smtClean="0"/>
              <a:t>17</a:t>
            </a:fld>
            <a:endParaRPr kumimoji="1" lang="ja-JP" altLang="en-US"/>
          </a:p>
        </p:txBody>
      </p:sp>
      <p:sp>
        <p:nvSpPr>
          <p:cNvPr id="7" name="テキスト ボックス 6">
            <a:extLst>
              <a:ext uri="{FF2B5EF4-FFF2-40B4-BE49-F238E27FC236}">
                <a16:creationId xmlns:a16="http://schemas.microsoft.com/office/drawing/2014/main" id="{11B94267-10FE-D83D-D798-18C1DFE479A1}"/>
              </a:ext>
            </a:extLst>
          </p:cNvPr>
          <p:cNvSpPr txBox="1"/>
          <p:nvPr/>
        </p:nvSpPr>
        <p:spPr>
          <a:xfrm>
            <a:off x="8629650" y="152400"/>
            <a:ext cx="3429000" cy="203132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kumimoji="1" lang="ja-JP" altLang="en-US" dirty="0"/>
              <a:t>課題等の命名規則</a:t>
            </a:r>
          </a:p>
          <a:p>
            <a:pPr marL="285750" indent="-285750">
              <a:buFont typeface="Arial" panose="020B0604020202020204" pitchFamily="34" charset="0"/>
              <a:buChar char="•"/>
            </a:pPr>
            <a:r>
              <a:rPr lang="en-US" altLang="ja-JP" b="1" dirty="0"/>
              <a:t>[</a:t>
            </a:r>
            <a:r>
              <a:rPr lang="ja-JP" altLang="en-US" b="1" dirty="0"/>
              <a:t>連番</a:t>
            </a:r>
            <a:r>
              <a:rPr lang="en-US" altLang="ja-JP" b="1" dirty="0"/>
              <a:t>-</a:t>
            </a:r>
            <a:r>
              <a:rPr lang="ja-JP" altLang="en-US" b="1" dirty="0"/>
              <a:t>講義日ノートタイプ</a:t>
            </a:r>
            <a:r>
              <a:rPr lang="en-US" altLang="ja-JP" b="1" dirty="0"/>
              <a:t>]</a:t>
            </a:r>
            <a:endParaRPr lang="ja-JP" altLang="en-US" b="1" dirty="0"/>
          </a:p>
          <a:p>
            <a:pPr marL="285750" indent="-285750">
              <a:buFont typeface="Arial" panose="020B0604020202020204" pitchFamily="34" charset="0"/>
              <a:buChar char="•"/>
            </a:pPr>
            <a:r>
              <a:rPr lang="ja-JP" altLang="en-US" dirty="0"/>
              <a:t>講義日：</a:t>
            </a:r>
            <a:r>
              <a:rPr lang="en-US" altLang="ja-JP" dirty="0"/>
              <a:t>day01</a:t>
            </a:r>
            <a:r>
              <a:rPr lang="ja-JP" altLang="en-US" dirty="0"/>
              <a:t>～</a:t>
            </a:r>
            <a:r>
              <a:rPr lang="en-US" altLang="ja-JP" dirty="0"/>
              <a:t>day09</a:t>
            </a:r>
          </a:p>
          <a:p>
            <a:pPr marL="285750" indent="-285750">
              <a:buFont typeface="Arial" panose="020B0604020202020204" pitchFamily="34" charset="0"/>
              <a:buChar char="•"/>
            </a:pPr>
            <a:r>
              <a:rPr lang="ja-JP" altLang="en-US" dirty="0"/>
              <a:t>ノートタイプ：</a:t>
            </a:r>
          </a:p>
          <a:p>
            <a:pPr marL="742950" lvl="1" indent="-285750">
              <a:buFont typeface="Arial" panose="020B0604020202020204" pitchFamily="34" charset="0"/>
              <a:buChar char="•"/>
            </a:pPr>
            <a:r>
              <a:rPr lang="en-US" altLang="ja-JP" dirty="0"/>
              <a:t>Kk</a:t>
            </a:r>
            <a:r>
              <a:rPr lang="ja-JP" altLang="en-US" dirty="0"/>
              <a:t>：講義内課題</a:t>
            </a:r>
          </a:p>
          <a:p>
            <a:pPr marL="742950" lvl="1" indent="-285750">
              <a:buFont typeface="Arial" panose="020B0604020202020204" pitchFamily="34" charset="0"/>
              <a:buChar char="•"/>
            </a:pPr>
            <a:r>
              <a:rPr lang="en-US" altLang="ja-JP" dirty="0"/>
              <a:t>tb</a:t>
            </a:r>
            <a:r>
              <a:rPr lang="ja-JP" altLang="en-US" dirty="0"/>
              <a:t>：テキストブック</a:t>
            </a:r>
            <a:endParaRPr lang="en-US" altLang="ja-JP" dirty="0"/>
          </a:p>
          <a:p>
            <a:pPr marL="742950" lvl="1" indent="-285750">
              <a:buFont typeface="Arial" panose="020B0604020202020204" pitchFamily="34" charset="0"/>
              <a:buChar char="•"/>
            </a:pPr>
            <a:r>
              <a:rPr lang="en-US" altLang="ja-JP" dirty="0" err="1"/>
              <a:t>hw</a:t>
            </a:r>
            <a:r>
              <a:rPr lang="ja-JP" altLang="en-US" dirty="0"/>
              <a:t>：宿題</a:t>
            </a:r>
          </a:p>
        </p:txBody>
      </p:sp>
    </p:spTree>
    <p:extLst>
      <p:ext uri="{BB962C8B-B14F-4D97-AF65-F5344CB8AC3E}">
        <p14:creationId xmlns:p14="http://schemas.microsoft.com/office/powerpoint/2010/main" val="815270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情報論理学">
  <a:themeElements>
    <a:clrScheme name="津田塾大学情報科学">
      <a:dk1>
        <a:srgbClr val="353941"/>
      </a:dk1>
      <a:lt1>
        <a:srgbClr val="FFFFFF"/>
      </a:lt1>
      <a:dk2>
        <a:srgbClr val="263F41"/>
      </a:dk2>
      <a:lt2>
        <a:srgbClr val="E0E804"/>
      </a:lt2>
      <a:accent1>
        <a:srgbClr val="CE276C"/>
      </a:accent1>
      <a:accent2>
        <a:srgbClr val="D85514"/>
      </a:accent2>
      <a:accent3>
        <a:srgbClr val="95B00D"/>
      </a:accent3>
      <a:accent4>
        <a:srgbClr val="56B833"/>
      </a:accent4>
      <a:accent5>
        <a:srgbClr val="034AA1"/>
      </a:accent5>
      <a:accent6>
        <a:srgbClr val="510296"/>
      </a:accent6>
      <a:hlink>
        <a:srgbClr val="0563C1"/>
      </a:hlink>
      <a:folHlink>
        <a:srgbClr val="954F72"/>
      </a:folHlink>
    </a:clrScheme>
    <a:fontScheme name="都立大講義">
      <a:majorFont>
        <a:latin typeface="VDL Ｖ７ゴシック EB"/>
        <a:ea typeface="VDL Ｖ７ゴシック EB"/>
        <a:cs typeface=""/>
      </a:majorFont>
      <a:minorFont>
        <a:latin typeface="TBちび丸ゴシックPlusK Pro R"/>
        <a:ea typeface="TBちび丸ゴシックPlusK Pro 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情報論理学" id="{9D04152A-154A-442E-A643-BF86048DE20D}" vid="{8058DE17-911C-49AC-A2EB-3BD0BB048778}"/>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1">
    <wetp:webextensionref xmlns:r="http://schemas.openxmlformats.org/officeDocument/2006/relationships" r:id="rId1"/>
  </wetp:taskpane>
  <wetp:taskpane dockstate="right" visibility="0" width="525" row="1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564C3975-57B6-47A0-85FF-E5F62F7E67C8}">
  <we:reference id="a19c72e1-6786-40f7-b977-f44d74d31275" version="2.1.0.0" store="EXCatalog" storeType="EXCatalog"/>
  <we:alternateReferences>
    <we:reference id="WA104379279" version="2.1.0.0" store="ja-JP"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BBB6DD3-8407-4865-923C-51624D4BD5C4}">
  <we:reference id="2d5ec7a8-3235-439f-acf6-ad88ee2f7e85" version="1.0.0.0" store="EXCatalog" storeType="EXCatalog"/>
  <we:alternateReferences>
    <we:reference id="WA104006972" version="1.0.0.0" store="ja-JP"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5220</TotalTime>
  <Words>1101</Words>
  <Application>Microsoft Office PowerPoint</Application>
  <PresentationFormat>ワイド画面</PresentationFormat>
  <Paragraphs>236</Paragraphs>
  <Slides>17</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17</vt:i4>
      </vt:variant>
    </vt:vector>
  </HeadingPairs>
  <TitlesOfParts>
    <vt:vector size="23" baseType="lpstr">
      <vt:lpstr>TBちび丸ゴシックPlusK Pro R</vt:lpstr>
      <vt:lpstr>VDL Ｖ７ゴシック EB</vt:lpstr>
      <vt:lpstr>游ゴシック</vt:lpstr>
      <vt:lpstr>Arial</vt:lpstr>
      <vt:lpstr>Consolas</vt:lpstr>
      <vt:lpstr>情報論理学</vt:lpstr>
      <vt:lpstr>情報 科学Ｃ</vt:lpstr>
      <vt:lpstr>講義担当者</vt:lpstr>
      <vt:lpstr>本講義のトピックと進め方</vt:lpstr>
      <vt:lpstr>本講義のレベル感と評価について</vt:lpstr>
      <vt:lpstr>2025年度 講義日程</vt:lpstr>
      <vt:lpstr>情報科学Ｃ</vt:lpstr>
      <vt:lpstr>Google Colaboratory</vt:lpstr>
      <vt:lpstr>Colabを使ってみよう</vt:lpstr>
      <vt:lpstr>Hello World</vt:lpstr>
      <vt:lpstr>Hello World [改]</vt:lpstr>
      <vt:lpstr>Hello World [改] つづき</vt:lpstr>
      <vt:lpstr>生成AIによるプログラミング</vt:lpstr>
      <vt:lpstr>生成AIによるHello World!</vt:lpstr>
      <vt:lpstr>生成AIとの付き合い方</vt:lpstr>
      <vt:lpstr>[01-day01kk]  ソートのプログラミング</vt:lpstr>
      <vt:lpstr>Homework</vt:lpstr>
      <vt:lpstr>Day01の宿題</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横山昌平</dc:creator>
  <cp:lastModifiedBy>横山昌平</cp:lastModifiedBy>
  <cp:revision>78</cp:revision>
  <dcterms:created xsi:type="dcterms:W3CDTF">2020-04-20T04:18:00Z</dcterms:created>
  <dcterms:modified xsi:type="dcterms:W3CDTF">2025-04-16T06:06:35Z</dcterms:modified>
</cp:coreProperties>
</file>